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comments/modernComment_80E_0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3"/>
  </p:sldMasterIdLst>
  <p:notesMasterIdLst>
    <p:notesMasterId r:id="rId12"/>
  </p:notesMasterIdLst>
  <p:sldIdLst>
    <p:sldId id="2058" r:id="rId4"/>
    <p:sldId id="2059" r:id="rId5"/>
    <p:sldId id="2060" r:id="rId6"/>
    <p:sldId id="2061" r:id="rId7"/>
    <p:sldId id="2062" r:id="rId8"/>
    <p:sldId id="2063" r:id="rId9"/>
    <p:sldId id="2064" r:id="rId10"/>
    <p:sldId id="2057" r:id="rId11"/>
  </p:sldIdLst>
  <p:sldSz cx="11522075" cy="6484938"/>
  <p:notesSz cx="7315200" cy="12344400"/>
  <p:embeddedFontLst>
    <p:embeddedFont>
      <p:font typeface="FlexoSoft" panose="02000000000000000000" pitchFamily="2" charset="0"/>
      <p:regular r:id="rId13"/>
      <p:bold r:id="rId14"/>
      <p:italic r:id="rId15"/>
      <p:boldItalic r:id="rId16"/>
    </p:embeddedFont>
    <p:embeddedFont>
      <p:font typeface="Montserrat" pitchFamily="2" charset="77"/>
      <p:regular r:id="rId17"/>
      <p:bold r:id="rId18"/>
      <p:italic r:id="rId19"/>
      <p:boldItalic r:id="rId20"/>
    </p:embeddedFont>
    <p:embeddedFont>
      <p:font typeface="Montserrat Light" panose="00000400000000000000" pitchFamily="2" charset="77"/>
      <p:regular r:id="rId21"/>
      <p: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Wingdings 2" pitchFamily="2" charset="2"/>
      <p:regular r:id="rId27"/>
    </p:embeddedFont>
  </p:embeddedFontLst>
  <p:custDataLst>
    <p:tags r:id="rId2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6C964C34-E9F5-4320-A6FA-D1BDB512744B}">
          <p14:sldIdLst>
            <p14:sldId id="2058"/>
            <p14:sldId id="2059"/>
            <p14:sldId id="2060"/>
            <p14:sldId id="2061"/>
            <p14:sldId id="2062"/>
            <p14:sldId id="2063"/>
            <p14:sldId id="2064"/>
            <p14:sldId id="20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" userDrawn="1">
          <p15:clr>
            <a:srgbClr val="A4A3A4"/>
          </p15:clr>
        </p15:guide>
        <p15:guide id="2" pos="182" userDrawn="1">
          <p15:clr>
            <a:srgbClr val="A4A3A4"/>
          </p15:clr>
        </p15:guide>
        <p15:guide id="3" pos="1832" userDrawn="1">
          <p15:clr>
            <a:srgbClr val="A4A3A4"/>
          </p15:clr>
        </p15:guide>
        <p15:guide id="4" pos="1927" userDrawn="1">
          <p15:clr>
            <a:srgbClr val="A4A3A4"/>
          </p15:clr>
        </p15:guide>
        <p15:guide id="5" pos="3584" userDrawn="1">
          <p15:clr>
            <a:srgbClr val="A4A3A4"/>
          </p15:clr>
        </p15:guide>
        <p15:guide id="6" pos="3672" userDrawn="1">
          <p15:clr>
            <a:srgbClr val="A4A3A4"/>
          </p15:clr>
        </p15:guide>
        <p15:guide id="7" pos="5328" userDrawn="1">
          <p15:clr>
            <a:srgbClr val="A4A3A4"/>
          </p15:clr>
        </p15:guide>
        <p15:guide id="8" pos="5419" userDrawn="1">
          <p15:clr>
            <a:srgbClr val="A4A3A4"/>
          </p15:clr>
        </p15:guide>
        <p15:guide id="9" pos="7075" userDrawn="1">
          <p15:clr>
            <a:srgbClr val="A4A3A4"/>
          </p15:clr>
        </p15:guide>
        <p15:guide id="10" orient="horz" pos="322" userDrawn="1">
          <p15:clr>
            <a:srgbClr val="A4A3A4"/>
          </p15:clr>
        </p15:guide>
        <p15:guide id="11" orient="horz" pos="741" userDrawn="1">
          <p15:clr>
            <a:srgbClr val="A4A3A4"/>
          </p15:clr>
        </p15:guide>
        <p15:guide id="12" orient="horz" pos="1013" userDrawn="1">
          <p15:clr>
            <a:srgbClr val="A4A3A4"/>
          </p15:clr>
        </p15:guide>
        <p15:guide id="13" orient="horz" pos="3678" userDrawn="1">
          <p15:clr>
            <a:srgbClr val="A4A3A4"/>
          </p15:clr>
        </p15:guide>
        <p15:guide id="14" orient="horz" pos="3811" userDrawn="1">
          <p15:clr>
            <a:srgbClr val="A4A3A4"/>
          </p15:clr>
        </p15:guide>
        <p15:guide id="15" orient="horz" pos="39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4133A9-D536-815A-34EC-B9961CC03EE9}" name="Tanja De Groot (Nokia)" initials="TD" userId="S::tanja.de_groot@nokia.com::01a78cc0-88b1-4873-a238-25bec9db6e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BF3"/>
    <a:srgbClr val="122769"/>
    <a:srgbClr val="014651"/>
    <a:srgbClr val="000620"/>
    <a:srgbClr val="004750"/>
    <a:srgbClr val="37FFFD"/>
    <a:srgbClr val="FFFFFF"/>
    <a:srgbClr val="A4A4A4"/>
    <a:srgbClr val="32B9AF"/>
    <a:srgbClr val="00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97C60-3959-EB4B-BD1B-51325FF9E7F6}" v="2" dt="2025-12-11T15:21:59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0"/>
    <p:restoredTop sz="94678"/>
  </p:normalViewPr>
  <p:slideViewPr>
    <p:cSldViewPr snapToGrid="0">
      <p:cViewPr varScale="1">
        <p:scale>
          <a:sx n="208" d="100"/>
          <a:sy n="208" d="100"/>
        </p:scale>
        <p:origin x="4224" y="192"/>
      </p:cViewPr>
      <p:guideLst>
        <p:guide orient="horz" pos="227"/>
        <p:guide pos="182"/>
        <p:guide pos="1832"/>
        <p:guide pos="1927"/>
        <p:guide pos="3584"/>
        <p:guide pos="3672"/>
        <p:guide pos="5328"/>
        <p:guide pos="5419"/>
        <p:guide pos="7075"/>
        <p:guide orient="horz" pos="322"/>
        <p:guide orient="horz" pos="741"/>
        <p:guide orient="horz" pos="1013"/>
        <p:guide orient="horz" pos="3678"/>
        <p:guide orient="horz" pos="3811"/>
        <p:guide orient="horz" pos="39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Master" Target="slideMasters/slideMaster1.xml"/><Relationship Id="rId21" Type="http://schemas.openxmlformats.org/officeDocument/2006/relationships/font" Target="fonts/font9.fntdata"/><Relationship Id="rId34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gs" Target="tags/tag1.xml"/><Relationship Id="rId36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ker, Herbert" userId="37ff36be-0e4d-42c3-ac06-7b904f0f6b24" providerId="ADAL" clId="{1D148E7F-E583-5F2E-B199-C3FA74BB40E4}"/>
    <pc:docChg chg="custSel modSld modShowInfo">
      <pc:chgData name="Damker, Herbert" userId="37ff36be-0e4d-42c3-ac06-7b904f0f6b24" providerId="ADAL" clId="{1D148E7F-E583-5F2E-B199-C3FA74BB40E4}" dt="2025-12-12T07:46:40.998" v="181" actId="20577"/>
      <pc:docMkLst>
        <pc:docMk/>
      </pc:docMkLst>
      <pc:sldChg chg="modSp mod modCm">
        <pc:chgData name="Damker, Herbert" userId="37ff36be-0e4d-42c3-ac06-7b904f0f6b24" providerId="ADAL" clId="{1D148E7F-E583-5F2E-B199-C3FA74BB40E4}" dt="2025-12-11T15:40:31.498" v="158" actId="20577"/>
        <pc:sldMkLst>
          <pc:docMk/>
          <pc:sldMk cId="0" sldId="2058"/>
        </pc:sldMkLst>
        <pc:spChg chg="mod">
          <ac:chgData name="Damker, Herbert" userId="37ff36be-0e4d-42c3-ac06-7b904f0f6b24" providerId="ADAL" clId="{1D148E7F-E583-5F2E-B199-C3FA74BB40E4}" dt="2025-12-11T15:40:31.498" v="158" actId="20577"/>
          <ac:spMkLst>
            <pc:docMk/>
            <pc:sldMk cId="0" sldId="2058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mker, Herbert" userId="37ff36be-0e4d-42c3-ac06-7b904f0f6b24" providerId="ADAL" clId="{1D148E7F-E583-5F2E-B199-C3FA74BB40E4}" dt="2025-12-11T15:40:31.498" v="158" actId="20577"/>
              <pc2:cmMkLst xmlns:pc2="http://schemas.microsoft.com/office/powerpoint/2019/9/main/command">
                <pc:docMk/>
                <pc:sldMk cId="0" sldId="2058"/>
                <pc2:cmMk id="{CA83FADC-FC5A-4FC7-ACDC-F0275A462748}"/>
              </pc2:cmMkLst>
            </pc226:cmChg>
          </p:ext>
        </pc:extLst>
      </pc:sldChg>
      <pc:sldChg chg="modSp mod modCm">
        <pc:chgData name="Damker, Herbert" userId="37ff36be-0e4d-42c3-ac06-7b904f0f6b24" providerId="ADAL" clId="{1D148E7F-E583-5F2E-B199-C3FA74BB40E4}" dt="2025-12-11T15:21:09.106" v="98" actId="20577"/>
        <pc:sldMkLst>
          <pc:docMk/>
          <pc:sldMk cId="0" sldId="2059"/>
        </pc:sldMkLst>
        <pc:spChg chg="mod">
          <ac:chgData name="Damker, Herbert" userId="37ff36be-0e4d-42c3-ac06-7b904f0f6b24" providerId="ADAL" clId="{1D148E7F-E583-5F2E-B199-C3FA74BB40E4}" dt="2025-12-11T15:21:09.106" v="98" actId="20577"/>
          <ac:spMkLst>
            <pc:docMk/>
            <pc:sldMk cId="0" sldId="2059"/>
            <ac:spMk id="3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mker, Herbert" userId="37ff36be-0e4d-42c3-ac06-7b904f0f6b24" providerId="ADAL" clId="{1D148E7F-E583-5F2E-B199-C3FA74BB40E4}" dt="2025-12-11T15:21:09.106" v="98" actId="20577"/>
              <pc2:cmMkLst xmlns:pc2="http://schemas.microsoft.com/office/powerpoint/2019/9/main/command">
                <pc:docMk/>
                <pc:sldMk cId="0" sldId="2059"/>
                <pc2:cmMk id="{E3CCC1AA-4F7E-47BF-A027-DC759571A8AA}"/>
              </pc2:cmMkLst>
            </pc226:cmChg>
            <pc226:cmChg xmlns:pc226="http://schemas.microsoft.com/office/powerpoint/2022/06/main/command" chg="mod">
              <pc226:chgData name="Damker, Herbert" userId="37ff36be-0e4d-42c3-ac06-7b904f0f6b24" providerId="ADAL" clId="{1D148E7F-E583-5F2E-B199-C3FA74BB40E4}" dt="2025-12-11T15:21:09.106" v="98" actId="20577"/>
              <pc2:cmMkLst xmlns:pc2="http://schemas.microsoft.com/office/powerpoint/2019/9/main/command">
                <pc:docMk/>
                <pc:sldMk cId="0" sldId="2059"/>
                <pc2:cmMk id="{391D20E6-099F-45B9-956D-7514E448C2A4}"/>
              </pc2:cmMkLst>
            </pc226:cmChg>
          </p:ext>
        </pc:extLst>
      </pc:sldChg>
      <pc:sldChg chg="modSp mod">
        <pc:chgData name="Damker, Herbert" userId="37ff36be-0e4d-42c3-ac06-7b904f0f6b24" providerId="ADAL" clId="{1D148E7F-E583-5F2E-B199-C3FA74BB40E4}" dt="2025-12-11T15:21:25.860" v="101" actId="20577"/>
        <pc:sldMkLst>
          <pc:docMk/>
          <pc:sldMk cId="0" sldId="2061"/>
        </pc:sldMkLst>
        <pc:spChg chg="mod">
          <ac:chgData name="Damker, Herbert" userId="37ff36be-0e4d-42c3-ac06-7b904f0f6b24" providerId="ADAL" clId="{1D148E7F-E583-5F2E-B199-C3FA74BB40E4}" dt="2025-12-11T15:21:25.860" v="101" actId="20577"/>
          <ac:spMkLst>
            <pc:docMk/>
            <pc:sldMk cId="0" sldId="2061"/>
            <ac:spMk id="8" creationId="{00000000-0000-0000-0000-000000000000}"/>
          </ac:spMkLst>
        </pc:spChg>
      </pc:sldChg>
      <pc:sldChg chg="modSp mod modCm">
        <pc:chgData name="Damker, Herbert" userId="37ff36be-0e4d-42c3-ac06-7b904f0f6b24" providerId="ADAL" clId="{1D148E7F-E583-5F2E-B199-C3FA74BB40E4}" dt="2025-12-11T15:22:25.149" v="116" actId="20577"/>
        <pc:sldMkLst>
          <pc:docMk/>
          <pc:sldMk cId="0" sldId="2062"/>
        </pc:sldMkLst>
        <pc:spChg chg="mod">
          <ac:chgData name="Damker, Herbert" userId="37ff36be-0e4d-42c3-ac06-7b904f0f6b24" providerId="ADAL" clId="{1D148E7F-E583-5F2E-B199-C3FA74BB40E4}" dt="2025-12-11T15:22:25.149" v="116" actId="20577"/>
          <ac:spMkLst>
            <pc:docMk/>
            <pc:sldMk cId="0" sldId="2062"/>
            <ac:spMk id="34" creationId="{FF72EC95-6145-7CF9-7EAA-4630674FC621}"/>
          </ac:spMkLst>
        </pc:spChg>
        <pc:graphicFrameChg chg="mod">
          <ac:chgData name="Damker, Herbert" userId="37ff36be-0e4d-42c3-ac06-7b904f0f6b24" providerId="ADAL" clId="{1D148E7F-E583-5F2E-B199-C3FA74BB40E4}" dt="2025-12-11T15:21:59.929" v="103" actId="20577"/>
          <ac:graphicFrameMkLst>
            <pc:docMk/>
            <pc:sldMk cId="0" sldId="2062"/>
            <ac:graphicFrameMk id="8" creationId="{6AC66F61-C7D7-19CE-6289-20A0BB41F585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mker, Herbert" userId="37ff36be-0e4d-42c3-ac06-7b904f0f6b24" providerId="ADAL" clId="{1D148E7F-E583-5F2E-B199-C3FA74BB40E4}" dt="2025-12-11T15:22:25.149" v="116" actId="20577"/>
              <pc2:cmMkLst xmlns:pc2="http://schemas.microsoft.com/office/powerpoint/2019/9/main/command">
                <pc:docMk/>
                <pc:sldMk cId="0" sldId="2062"/>
                <pc2:cmMk id="{50C0195F-22BF-4E98-B093-52468F702003}"/>
              </pc2:cmMkLst>
            </pc226:cmChg>
          </p:ext>
        </pc:extLst>
      </pc:sldChg>
      <pc:sldChg chg="modSp mod modCm">
        <pc:chgData name="Damker, Herbert" userId="37ff36be-0e4d-42c3-ac06-7b904f0f6b24" providerId="ADAL" clId="{1D148E7F-E583-5F2E-B199-C3FA74BB40E4}" dt="2025-12-12T07:45:58.345" v="172" actId="790"/>
        <pc:sldMkLst>
          <pc:docMk/>
          <pc:sldMk cId="0" sldId="2063"/>
        </pc:sldMkLst>
        <pc:spChg chg="mod">
          <ac:chgData name="Damker, Herbert" userId="37ff36be-0e4d-42c3-ac06-7b904f0f6b24" providerId="ADAL" clId="{1D148E7F-E583-5F2E-B199-C3FA74BB40E4}" dt="2025-12-12T07:45:22.199" v="169" actId="20577"/>
          <ac:spMkLst>
            <pc:docMk/>
            <pc:sldMk cId="0" sldId="2063"/>
            <ac:spMk id="2" creationId="{00000000-0000-0000-0000-000000000000}"/>
          </ac:spMkLst>
        </pc:spChg>
        <pc:spChg chg="mod">
          <ac:chgData name="Damker, Herbert" userId="37ff36be-0e4d-42c3-ac06-7b904f0f6b24" providerId="ADAL" clId="{1D148E7F-E583-5F2E-B199-C3FA74BB40E4}" dt="2025-12-12T07:45:58.345" v="172" actId="790"/>
          <ac:spMkLst>
            <pc:docMk/>
            <pc:sldMk cId="0" sldId="2063"/>
            <ac:spMk id="3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mker, Herbert" userId="37ff36be-0e4d-42c3-ac06-7b904f0f6b24" providerId="ADAL" clId="{1D148E7F-E583-5F2E-B199-C3FA74BB40E4}" dt="2025-12-12T07:45:35.686" v="170" actId="20577"/>
              <pc2:cmMkLst xmlns:pc2="http://schemas.microsoft.com/office/powerpoint/2019/9/main/command">
                <pc:docMk/>
                <pc:sldMk cId="0" sldId="2063"/>
                <pc2:cmMk id="{984A3134-E10B-404A-AF6C-F96A09645E04}"/>
              </pc2:cmMkLst>
            </pc226:cmChg>
            <pc226:cmChg xmlns:pc226="http://schemas.microsoft.com/office/powerpoint/2022/06/main/command" chg="mod">
              <pc226:chgData name="Damker, Herbert" userId="37ff36be-0e4d-42c3-ac06-7b904f0f6b24" providerId="ADAL" clId="{1D148E7F-E583-5F2E-B199-C3FA74BB40E4}" dt="2025-12-12T07:45:22.199" v="169" actId="20577"/>
              <pc2:cmMkLst xmlns:pc2="http://schemas.microsoft.com/office/powerpoint/2019/9/main/command">
                <pc:docMk/>
                <pc:sldMk cId="0" sldId="2063"/>
                <pc2:cmMk id="{FF364339-315C-497E-B620-C5058E5968A2}"/>
              </pc2:cmMkLst>
            </pc226:cmChg>
          </p:ext>
        </pc:extLst>
      </pc:sldChg>
      <pc:sldChg chg="modSp mod">
        <pc:chgData name="Damker, Herbert" userId="37ff36be-0e4d-42c3-ac06-7b904f0f6b24" providerId="ADAL" clId="{1D148E7F-E583-5F2E-B199-C3FA74BB40E4}" dt="2025-12-12T07:46:40.998" v="181" actId="20577"/>
        <pc:sldMkLst>
          <pc:docMk/>
          <pc:sldMk cId="0" sldId="2064"/>
        </pc:sldMkLst>
        <pc:spChg chg="mod">
          <ac:chgData name="Damker, Herbert" userId="37ff36be-0e4d-42c3-ac06-7b904f0f6b24" providerId="ADAL" clId="{1D148E7F-E583-5F2E-B199-C3FA74BB40E4}" dt="2025-12-12T07:46:40.998" v="181" actId="20577"/>
          <ac:spMkLst>
            <pc:docMk/>
            <pc:sldMk cId="0" sldId="2064"/>
            <ac:spMk id="3" creationId="{00000000-0000-0000-0000-000000000000}"/>
          </ac:spMkLst>
        </pc:spChg>
      </pc:sldChg>
    </pc:docChg>
  </pc:docChgLst>
</pc:chgInfo>
</file>

<file path=ppt/comments/modernComment_8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08CC31-4C52-4E20-AA92-F764A104C6C1}" authorId="{664133A9-D536-815A-34EC-B9961CC03EE9}" status="resolved" created="2025-12-11T14:42:26.193" complete="100000">
    <pc:sldMkLst xmlns:pc="http://schemas.microsoft.com/office/powerpoint/2013/main/command">
      <pc:docMk/>
      <pc:sldMk cId="0" sldId="2062"/>
    </pc:sldMkLst>
    <p188:txBody>
      <a:bodyPr/>
      <a:lstStyle/>
      <a:p>
        <a:r>
          <a:rPr lang="en-US"/>
          <a:t>Typo: release</a:t>
        </a:r>
      </a:p>
    </p188:txBody>
  </p188:cm>
  <p188:cm id="{50C0195F-22BF-4E98-B093-52468F702003}" authorId="{664133A9-D536-815A-34EC-B9961CC03EE9}" status="resolved" created="2025-12-11T14:45:12.6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062"/>
      <ac:spMk id="34" creationId="{FF72EC95-6145-7CF9-7EAA-4630674FC621}"/>
      <ac:txMk cp="77" len="7">
        <ac:context len="98" hash="1594982747"/>
      </ac:txMk>
    </ac:txMkLst>
    <p188:pos x="1673091" y="547551"/>
    <p188:txBody>
      <a:bodyPr/>
      <a:lstStyle/>
      <a:p>
        <a:r>
          <a:rPr lang="en-US"/>
          <a:t>Add: «by the team» or «manually»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10AE43-6632-5642-ABBE-893B8B35AB78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52E867-5F56-B54A-9C5D-3518F0B64747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1. Continuous Developing  &amp; Planning </a:t>
          </a:r>
          <a:br>
            <a:rPr lang="en-US" dirty="0">
              <a:latin typeface="Montserrat" pitchFamily="2" charset="77"/>
            </a:rPr>
          </a:br>
          <a:endParaRPr lang="en-US" dirty="0">
            <a:latin typeface="Montserrat" pitchFamily="2" charset="77"/>
          </a:endParaRPr>
        </a:p>
      </dgm:t>
    </dgm:pt>
    <dgm:pt modelId="{7FF35994-5EC9-B045-81B6-EBDB1F6CC90E}" type="parTrans" cxnId="{CA3156DD-5B70-9E4E-96B9-74082D3676E9}">
      <dgm:prSet/>
      <dgm:spPr/>
      <dgm:t>
        <a:bodyPr/>
        <a:lstStyle/>
        <a:p>
          <a:endParaRPr lang="en-US">
            <a:latin typeface="Montserrat" pitchFamily="2" charset="77"/>
          </a:endParaRPr>
        </a:p>
      </dgm:t>
    </dgm:pt>
    <dgm:pt modelId="{14849E30-6FE2-FA42-AE9B-FCA7649FAA01}" type="sibTrans" cxnId="{CA3156DD-5B70-9E4E-96B9-74082D3676E9}">
      <dgm:prSet/>
      <dgm:spPr/>
      <dgm:t>
        <a:bodyPr/>
        <a:lstStyle/>
        <a:p>
          <a:endParaRPr lang="en-US">
            <a:latin typeface="Montserrat" pitchFamily="2" charset="77"/>
          </a:endParaRPr>
        </a:p>
      </dgm:t>
    </dgm:pt>
    <dgm:pt modelId="{41EC3213-100C-ED45-94C5-A9ACB862C16D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2. Trigger a Release, &amp; Automated Preparation</a:t>
          </a:r>
        </a:p>
      </dgm:t>
    </dgm:pt>
    <dgm:pt modelId="{D8211325-3B01-A74A-BB56-CA8DB0FCDB94}" type="parTrans" cxnId="{89727C94-7938-1845-B96B-5461A024B3C5}">
      <dgm:prSet/>
      <dgm:spPr/>
      <dgm:t>
        <a:bodyPr/>
        <a:lstStyle/>
        <a:p>
          <a:endParaRPr lang="en-US">
            <a:latin typeface="Montserrat" pitchFamily="2" charset="77"/>
          </a:endParaRPr>
        </a:p>
      </dgm:t>
    </dgm:pt>
    <dgm:pt modelId="{DEDDE21A-9009-E94C-B945-08CC1AE1AD12}" type="sibTrans" cxnId="{89727C94-7938-1845-B96B-5461A024B3C5}">
      <dgm:prSet/>
      <dgm:spPr/>
      <dgm:t>
        <a:bodyPr/>
        <a:lstStyle/>
        <a:p>
          <a:endParaRPr lang="en-US">
            <a:latin typeface="Montserrat" pitchFamily="2" charset="77"/>
          </a:endParaRPr>
        </a:p>
      </dgm:t>
    </dgm:pt>
    <dgm:pt modelId="{D27E26C3-587B-E94A-9AD2-8D1D4F4EC6AE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Development happens on main branch</a:t>
          </a:r>
        </a:p>
      </dgm:t>
    </dgm:pt>
    <dgm:pt modelId="{169EA9F5-5EBE-864A-BDB2-224A60039632}" type="parTrans" cxnId="{C794B791-42D9-0042-81EC-DC2950E5F5E7}">
      <dgm:prSet/>
      <dgm:spPr/>
      <dgm:t>
        <a:bodyPr/>
        <a:lstStyle/>
        <a:p>
          <a:endParaRPr lang="en-US"/>
        </a:p>
      </dgm:t>
    </dgm:pt>
    <dgm:pt modelId="{B5937D53-F990-D542-A2F1-6DB4F01F92EE}" type="sibTrans" cxnId="{C794B791-42D9-0042-81EC-DC2950E5F5E7}">
      <dgm:prSet/>
      <dgm:spPr/>
      <dgm:t>
        <a:bodyPr/>
        <a:lstStyle/>
        <a:p>
          <a:endParaRPr lang="en-US"/>
        </a:p>
      </dgm:t>
    </dgm:pt>
    <dgm:pt modelId="{02387B7F-FBEB-1242-BE5B-EF978FF64A7C}">
      <dgm:prSet/>
      <dgm:spPr/>
      <dgm:t>
        <a:bodyPr/>
        <a:lstStyle/>
        <a:p>
          <a:r>
            <a:rPr lang="en-US" dirty="0" err="1">
              <a:latin typeface="Montserrat" pitchFamily="2" charset="77"/>
            </a:rPr>
            <a:t>Codeowners</a:t>
          </a:r>
          <a:r>
            <a:rPr lang="en-US" dirty="0">
              <a:latin typeface="Montserrat" pitchFamily="2" charset="77"/>
            </a:rPr>
            <a:t> update </a:t>
          </a:r>
          <a:br>
            <a:rPr lang="en-US" dirty="0">
              <a:latin typeface="Montserrat" pitchFamily="2" charset="77"/>
            </a:rPr>
          </a:br>
          <a:r>
            <a:rPr lang="en-US" dirty="0">
              <a:latin typeface="Montserrat" pitchFamily="2" charset="77"/>
            </a:rPr>
            <a:t>release-plan-</a:t>
          </a:r>
          <a:r>
            <a:rPr lang="en-US" dirty="0" err="1">
              <a:latin typeface="Montserrat" pitchFamily="2" charset="77"/>
            </a:rPr>
            <a:t>yaml</a:t>
          </a:r>
          <a:r>
            <a:rPr lang="en-US" dirty="0">
              <a:latin typeface="Montserrat" pitchFamily="2" charset="77"/>
            </a:rPr>
            <a:t> on main</a:t>
          </a:r>
        </a:p>
      </dgm:t>
    </dgm:pt>
    <dgm:pt modelId="{335E54AB-9EFF-0846-A2BD-3857F09A4968}" type="parTrans" cxnId="{75AD722A-4DF5-D743-A2B3-96B6D956B09F}">
      <dgm:prSet/>
      <dgm:spPr/>
      <dgm:t>
        <a:bodyPr/>
        <a:lstStyle/>
        <a:p>
          <a:endParaRPr lang="en-US"/>
        </a:p>
      </dgm:t>
    </dgm:pt>
    <dgm:pt modelId="{C02502C0-3500-C944-8481-5FCD8853124D}" type="sibTrans" cxnId="{75AD722A-4DF5-D743-A2B3-96B6D956B09F}">
      <dgm:prSet/>
      <dgm:spPr/>
      <dgm:t>
        <a:bodyPr/>
        <a:lstStyle/>
        <a:p>
          <a:endParaRPr lang="en-US"/>
        </a:p>
      </dgm:t>
    </dgm:pt>
    <dgm:pt modelId="{89B626CB-F6C7-7B4F-A39B-41A76B86F0D2}">
      <dgm:prSet/>
      <dgm:spPr/>
      <dgm:t>
        <a:bodyPr/>
        <a:lstStyle/>
        <a:p>
          <a:r>
            <a:rPr lang="en-US" dirty="0" err="1">
              <a:latin typeface="Montserrat" pitchFamily="2" charset="77"/>
            </a:rPr>
            <a:t>Codeowner</a:t>
          </a:r>
          <a:r>
            <a:rPr lang="en-US" dirty="0">
              <a:latin typeface="Montserrat" pitchFamily="2" charset="77"/>
            </a:rPr>
            <a:t> or Maintainer will dispatch a workflow or add a label to an issue (e.g. “trigger-release”)</a:t>
          </a:r>
        </a:p>
      </dgm:t>
    </dgm:pt>
    <dgm:pt modelId="{9F2E02C3-80DB-8D4C-9CD8-4B1BDCBF6D21}" type="parTrans" cxnId="{FA6E9357-6743-C749-AFD3-137984FB0383}">
      <dgm:prSet/>
      <dgm:spPr/>
      <dgm:t>
        <a:bodyPr/>
        <a:lstStyle/>
        <a:p>
          <a:endParaRPr lang="en-US"/>
        </a:p>
      </dgm:t>
    </dgm:pt>
    <dgm:pt modelId="{F41D3348-CFF9-0044-AE56-5528A9BFD124}" type="sibTrans" cxnId="{FA6E9357-6743-C749-AFD3-137984FB0383}">
      <dgm:prSet/>
      <dgm:spPr/>
      <dgm:t>
        <a:bodyPr/>
        <a:lstStyle/>
        <a:p>
          <a:endParaRPr lang="en-US"/>
        </a:p>
      </dgm:t>
    </dgm:pt>
    <dgm:pt modelId="{3B4576E4-EF67-CA43-91A7-DA3FC3864F85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CI will validate plan &amp; content of repository at each PR</a:t>
          </a:r>
        </a:p>
      </dgm:t>
    </dgm:pt>
    <dgm:pt modelId="{9FE84EBB-2903-8248-B655-5C8EE04AD255}" type="parTrans" cxnId="{E7E4937A-FC88-3F48-A242-020489FCBD88}">
      <dgm:prSet/>
      <dgm:spPr/>
      <dgm:t>
        <a:bodyPr/>
        <a:lstStyle/>
        <a:p>
          <a:endParaRPr lang="en-US"/>
        </a:p>
      </dgm:t>
    </dgm:pt>
    <dgm:pt modelId="{65273168-6354-334A-AA1C-A0DA5437D67B}" type="sibTrans" cxnId="{E7E4937A-FC88-3F48-A242-020489FCBD88}">
      <dgm:prSet/>
      <dgm:spPr/>
      <dgm:t>
        <a:bodyPr/>
        <a:lstStyle/>
        <a:p>
          <a:endParaRPr lang="en-US"/>
        </a:p>
      </dgm:t>
    </dgm:pt>
    <dgm:pt modelId="{37DCFF19-5663-9646-8896-58704C920417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4. Review Release PR</a:t>
          </a:r>
        </a:p>
      </dgm:t>
    </dgm:pt>
    <dgm:pt modelId="{A76F17F8-12B5-2F4A-AEC3-38EA800B06B1}" type="parTrans" cxnId="{26122998-3711-DD47-A3FF-00C026CEF94C}">
      <dgm:prSet/>
      <dgm:spPr/>
      <dgm:t>
        <a:bodyPr/>
        <a:lstStyle/>
        <a:p>
          <a:endParaRPr lang="en-US"/>
        </a:p>
      </dgm:t>
    </dgm:pt>
    <dgm:pt modelId="{DB59F7AE-EF6B-6442-89D2-395B4D8D788C}" type="sibTrans" cxnId="{26122998-3711-DD47-A3FF-00C026CEF94C}">
      <dgm:prSet/>
      <dgm:spPr/>
      <dgm:t>
        <a:bodyPr/>
        <a:lstStyle/>
        <a:p>
          <a:endParaRPr lang="en-US"/>
        </a:p>
      </dgm:t>
    </dgm:pt>
    <dgm:pt modelId="{C4AA0363-8940-3649-9C71-CF68F9CF6A53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Automation creates dedicated release branch (e.g. release/r4.4) ...</a:t>
          </a:r>
        </a:p>
      </dgm:t>
    </dgm:pt>
    <dgm:pt modelId="{178A8919-1FF6-D347-A7A1-BE4F2EB71CFF}" type="parTrans" cxnId="{6BE210B5-0B01-794A-B07F-88EC9E475F21}">
      <dgm:prSet/>
      <dgm:spPr/>
      <dgm:t>
        <a:bodyPr/>
        <a:lstStyle/>
        <a:p>
          <a:endParaRPr lang="en-US"/>
        </a:p>
      </dgm:t>
    </dgm:pt>
    <dgm:pt modelId="{0ED3A3A1-C58F-5B46-A9D4-CED91CE2A89A}" type="sibTrans" cxnId="{6BE210B5-0B01-794A-B07F-88EC9E475F21}">
      <dgm:prSet/>
      <dgm:spPr/>
      <dgm:t>
        <a:bodyPr/>
        <a:lstStyle/>
        <a:p>
          <a:endParaRPr lang="en-US"/>
        </a:p>
      </dgm:t>
    </dgm:pt>
    <dgm:pt modelId="{C2EDA185-3A48-8C4A-8C15-569CACA7C529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... calculates the version from plan + Git history ...</a:t>
          </a:r>
        </a:p>
      </dgm:t>
    </dgm:pt>
    <dgm:pt modelId="{A2B74CA8-7BA8-5347-8E40-725F77EE2A90}" type="parTrans" cxnId="{751BD71A-2846-C543-8AEF-4083F5DE05A6}">
      <dgm:prSet/>
      <dgm:spPr/>
      <dgm:t>
        <a:bodyPr/>
        <a:lstStyle/>
        <a:p>
          <a:endParaRPr lang="en-US"/>
        </a:p>
      </dgm:t>
    </dgm:pt>
    <dgm:pt modelId="{A9895497-5A89-4C49-93FF-8A74B50D6BF6}" type="sibTrans" cxnId="{751BD71A-2846-C543-8AEF-4083F5DE05A6}">
      <dgm:prSet/>
      <dgm:spPr/>
      <dgm:t>
        <a:bodyPr/>
        <a:lstStyle/>
        <a:p>
          <a:endParaRPr lang="en-US"/>
        </a:p>
      </dgm:t>
    </dgm:pt>
    <dgm:pt modelId="{4832AC49-678B-4342-9AE5-E9464ADD6C06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Main branch kept always as “</a:t>
          </a:r>
          <a:r>
            <a:rPr lang="en-US" dirty="0" err="1">
              <a:latin typeface="Montserrat" pitchFamily="2" charset="77"/>
            </a:rPr>
            <a:t>wip</a:t>
          </a:r>
          <a:r>
            <a:rPr lang="en-US" dirty="0">
              <a:latin typeface="Montserrat" pitchFamily="2" charset="77"/>
            </a:rPr>
            <a:t>”</a:t>
          </a:r>
        </a:p>
      </dgm:t>
    </dgm:pt>
    <dgm:pt modelId="{E60D8D97-E490-B649-81C1-CE52F5A5A5EB}" type="parTrans" cxnId="{ACD9C0E2-0683-3E4D-885D-C02778965892}">
      <dgm:prSet/>
      <dgm:spPr/>
      <dgm:t>
        <a:bodyPr/>
        <a:lstStyle/>
        <a:p>
          <a:endParaRPr lang="en-US"/>
        </a:p>
      </dgm:t>
    </dgm:pt>
    <dgm:pt modelId="{EFE1C416-3FD0-B84B-BF25-40E666E02A92}" type="sibTrans" cxnId="{ACD9C0E2-0683-3E4D-885D-C02778965892}">
      <dgm:prSet/>
      <dgm:spPr/>
      <dgm:t>
        <a:bodyPr/>
        <a:lstStyle/>
        <a:p>
          <a:endParaRPr lang="en-US"/>
        </a:p>
      </dgm:t>
    </dgm:pt>
    <dgm:pt modelId="{CDBA15DB-D49B-1D41-B407-3E0798958A51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5. Approve &amp; Publish</a:t>
          </a:r>
        </a:p>
      </dgm:t>
    </dgm:pt>
    <dgm:pt modelId="{DC282DE3-9481-1549-91ED-A9BD11418992}" type="parTrans" cxnId="{64433E57-F664-2549-9146-2B2F3C2DEAB7}">
      <dgm:prSet/>
      <dgm:spPr/>
      <dgm:t>
        <a:bodyPr/>
        <a:lstStyle/>
        <a:p>
          <a:endParaRPr lang="en-US"/>
        </a:p>
      </dgm:t>
    </dgm:pt>
    <dgm:pt modelId="{30D8025A-9FDB-324A-B2BE-175FF98B0D7E}" type="sibTrans" cxnId="{64433E57-F664-2549-9146-2B2F3C2DEAB7}">
      <dgm:prSet/>
      <dgm:spPr/>
      <dgm:t>
        <a:bodyPr/>
        <a:lstStyle/>
        <a:p>
          <a:endParaRPr lang="en-US"/>
        </a:p>
      </dgm:t>
    </dgm:pt>
    <dgm:pt modelId="{6BDF3DF7-3214-DB4D-B9BA-4FD1BC951A90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... Creates a PR against the release branch with:</a:t>
          </a:r>
        </a:p>
      </dgm:t>
    </dgm:pt>
    <dgm:pt modelId="{1DB14E4F-AC5C-C449-840A-2A62716C10E6}" type="parTrans" cxnId="{5344F736-89D9-9747-AD79-BC37185FBA97}">
      <dgm:prSet/>
      <dgm:spPr/>
      <dgm:t>
        <a:bodyPr/>
        <a:lstStyle/>
        <a:p>
          <a:endParaRPr lang="en-US"/>
        </a:p>
      </dgm:t>
    </dgm:pt>
    <dgm:pt modelId="{B6476238-322E-1840-B1DD-F0A9EC808431}" type="sibTrans" cxnId="{5344F736-89D9-9747-AD79-BC37185FBA97}">
      <dgm:prSet/>
      <dgm:spPr/>
      <dgm:t>
        <a:bodyPr/>
        <a:lstStyle/>
        <a:p>
          <a:endParaRPr lang="en-US"/>
        </a:p>
      </dgm:t>
    </dgm:pt>
    <dgm:pt modelId="{009043DC-D893-7F41-8792-A12387DA43CF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generated release-</a:t>
          </a:r>
          <a:r>
            <a:rPr lang="en-US" dirty="0" err="1">
              <a:latin typeface="Montserrat" pitchFamily="2" charset="77"/>
            </a:rPr>
            <a:t>metadata.yaml</a:t>
          </a:r>
          <a:endParaRPr lang="en-US" dirty="0">
            <a:latin typeface="Montserrat" pitchFamily="2" charset="77"/>
          </a:endParaRPr>
        </a:p>
      </dgm:t>
    </dgm:pt>
    <dgm:pt modelId="{6D58D5AC-F628-E64B-8D5D-CD1DBCA22071}" type="parTrans" cxnId="{FC059926-4219-0F41-867D-A31F54487140}">
      <dgm:prSet/>
      <dgm:spPr/>
      <dgm:t>
        <a:bodyPr/>
        <a:lstStyle/>
        <a:p>
          <a:endParaRPr lang="en-US"/>
        </a:p>
      </dgm:t>
    </dgm:pt>
    <dgm:pt modelId="{BCFD4337-CED0-264F-A7CF-EAA597E0993F}" type="sibTrans" cxnId="{FC059926-4219-0F41-867D-A31F54487140}">
      <dgm:prSet/>
      <dgm:spPr/>
      <dgm:t>
        <a:bodyPr/>
        <a:lstStyle/>
        <a:p>
          <a:endParaRPr lang="en-US"/>
        </a:p>
      </dgm:t>
    </dgm:pt>
    <dgm:pt modelId="{275C85EC-21C9-B841-8D6B-54364EA13072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Updated API and Test definition files with concrete versions (replacing “</a:t>
          </a:r>
          <a:r>
            <a:rPr lang="en-US" dirty="0" err="1">
              <a:latin typeface="Montserrat" pitchFamily="2" charset="77"/>
            </a:rPr>
            <a:t>wip</a:t>
          </a:r>
          <a:r>
            <a:rPr lang="en-US" dirty="0">
              <a:latin typeface="Montserrat" pitchFamily="2" charset="77"/>
            </a:rPr>
            <a:t>”)</a:t>
          </a:r>
        </a:p>
      </dgm:t>
    </dgm:pt>
    <dgm:pt modelId="{32223B97-58D9-9D4B-AC1A-93FC42ADCE36}" type="parTrans" cxnId="{7A7E09EA-7590-8745-927A-2EE118FA4A89}">
      <dgm:prSet/>
      <dgm:spPr/>
      <dgm:t>
        <a:bodyPr/>
        <a:lstStyle/>
        <a:p>
          <a:endParaRPr lang="en-US"/>
        </a:p>
      </dgm:t>
    </dgm:pt>
    <dgm:pt modelId="{D8FBDBA2-9DC5-8F48-84E1-6C7ECE65E4C4}" type="sibTrans" cxnId="{7A7E09EA-7590-8745-927A-2EE118FA4A89}">
      <dgm:prSet/>
      <dgm:spPr/>
      <dgm:t>
        <a:bodyPr/>
        <a:lstStyle/>
        <a:p>
          <a:endParaRPr lang="en-US"/>
        </a:p>
      </dgm:t>
    </dgm:pt>
    <dgm:pt modelId="{2D8F900F-C5FB-0D45-B936-C1A1FC55CD79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a generated </a:t>
          </a:r>
          <a:r>
            <a:rPr lang="en-US" dirty="0" err="1">
              <a:latin typeface="Montserrat" pitchFamily="2" charset="77"/>
            </a:rPr>
            <a:t>CHANGELOG.md</a:t>
          </a:r>
          <a:r>
            <a:rPr lang="en-US" dirty="0">
              <a:latin typeface="Montserrat" pitchFamily="2" charset="77"/>
            </a:rPr>
            <a:t> entry</a:t>
          </a:r>
        </a:p>
      </dgm:t>
    </dgm:pt>
    <dgm:pt modelId="{691596DF-DC98-2C4F-B625-985086D21A48}" type="parTrans" cxnId="{EA5864D2-3FFB-224B-8CF9-845B8A612F44}">
      <dgm:prSet/>
      <dgm:spPr/>
      <dgm:t>
        <a:bodyPr/>
        <a:lstStyle/>
        <a:p>
          <a:endParaRPr lang="en-US"/>
        </a:p>
      </dgm:t>
    </dgm:pt>
    <dgm:pt modelId="{DEB5C16B-CBEF-4348-80D0-9D2D57D283EE}" type="sibTrans" cxnId="{EA5864D2-3FFB-224B-8CF9-845B8A612F44}">
      <dgm:prSet/>
      <dgm:spPr/>
      <dgm:t>
        <a:bodyPr/>
        <a:lstStyle/>
        <a:p>
          <a:endParaRPr lang="en-US"/>
        </a:p>
      </dgm:t>
    </dgm:pt>
    <dgm:pt modelId="{70F6764E-A6C3-804C-A0CC-345B394981A9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Maintainers, </a:t>
          </a:r>
          <a:r>
            <a:rPr lang="en-US" dirty="0" err="1">
              <a:latin typeface="Montserrat" pitchFamily="2" charset="77"/>
            </a:rPr>
            <a:t>Codeowners</a:t>
          </a:r>
          <a:r>
            <a:rPr lang="en-US" dirty="0">
              <a:latin typeface="Montserrat" pitchFamily="2" charset="77"/>
            </a:rPr>
            <a:t>, and Release Manager review &amp; adapt it</a:t>
          </a:r>
        </a:p>
      </dgm:t>
    </dgm:pt>
    <dgm:pt modelId="{2701E01C-0402-4747-9573-3BBD560A6581}" type="parTrans" cxnId="{D80E7A03-1562-904D-8BC1-F46CD4B2BBB5}">
      <dgm:prSet/>
      <dgm:spPr/>
      <dgm:t>
        <a:bodyPr/>
        <a:lstStyle/>
        <a:p>
          <a:endParaRPr lang="en-US"/>
        </a:p>
      </dgm:t>
    </dgm:pt>
    <dgm:pt modelId="{CC0C693F-8D8C-6949-8D52-DEB4499D5B33}" type="sibTrans" cxnId="{D80E7A03-1562-904D-8BC1-F46CD4B2BBB5}">
      <dgm:prSet/>
      <dgm:spPr/>
      <dgm:t>
        <a:bodyPr/>
        <a:lstStyle/>
        <a:p>
          <a:endParaRPr lang="en-US"/>
        </a:p>
      </dgm:t>
    </dgm:pt>
    <dgm:pt modelId="{3167CEC7-C67B-C942-B72C-9CBBFE37C86D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Once Release Prep PR is merged, the release branch gets tagged, artifacts build, GitHub Release created</a:t>
          </a:r>
        </a:p>
      </dgm:t>
    </dgm:pt>
    <dgm:pt modelId="{5EC94C7D-71BA-8F4E-8F35-E6F6F1D41A04}" type="parTrans" cxnId="{D8181226-3E39-6B44-966C-730E59648627}">
      <dgm:prSet/>
      <dgm:spPr/>
      <dgm:t>
        <a:bodyPr/>
        <a:lstStyle/>
        <a:p>
          <a:endParaRPr lang="en-US"/>
        </a:p>
      </dgm:t>
    </dgm:pt>
    <dgm:pt modelId="{756D61DE-402A-4A46-AD4D-C6F69B6AAF17}" type="sibTrans" cxnId="{D8181226-3E39-6B44-966C-730E59648627}">
      <dgm:prSet/>
      <dgm:spPr/>
      <dgm:t>
        <a:bodyPr/>
        <a:lstStyle/>
        <a:p>
          <a:endParaRPr lang="en-US"/>
        </a:p>
      </dgm:t>
    </dgm:pt>
    <dgm:pt modelId="{37D7DF61-D3F8-1C4F-A0D1-B071ECFE9189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A PR is automatically created back to main to:</a:t>
          </a:r>
        </a:p>
      </dgm:t>
    </dgm:pt>
    <dgm:pt modelId="{2E0BC1B5-AC00-B140-8D96-D7AE1E123F31}" type="parTrans" cxnId="{FA173FC7-21D7-D341-8707-8E461B77CA51}">
      <dgm:prSet/>
      <dgm:spPr/>
      <dgm:t>
        <a:bodyPr/>
        <a:lstStyle/>
        <a:p>
          <a:endParaRPr lang="en-US"/>
        </a:p>
      </dgm:t>
    </dgm:pt>
    <dgm:pt modelId="{92708C34-4327-4D46-A9AC-CFCED90AD381}" type="sibTrans" cxnId="{FA173FC7-21D7-D341-8707-8E461B77CA51}">
      <dgm:prSet/>
      <dgm:spPr/>
      <dgm:t>
        <a:bodyPr/>
        <a:lstStyle/>
        <a:p>
          <a:endParaRPr lang="en-US"/>
        </a:p>
      </dgm:t>
    </dgm:pt>
    <dgm:pt modelId="{4D94ECAA-3523-1F46-9368-9852E6160073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Append the new entry to CHANGELOG</a:t>
          </a:r>
        </a:p>
      </dgm:t>
    </dgm:pt>
    <dgm:pt modelId="{BF0047A1-DA25-A140-B5D0-8A03957F5A31}" type="parTrans" cxnId="{9EB595FD-CC97-6944-A4D0-9E363210F272}">
      <dgm:prSet/>
      <dgm:spPr/>
      <dgm:t>
        <a:bodyPr/>
        <a:lstStyle/>
        <a:p>
          <a:endParaRPr lang="en-US"/>
        </a:p>
      </dgm:t>
    </dgm:pt>
    <dgm:pt modelId="{9AEAD05F-9E9A-554B-878D-226C68C5427F}" type="sibTrans" cxnId="{9EB595FD-CC97-6944-A4D0-9E363210F272}">
      <dgm:prSet/>
      <dgm:spPr/>
      <dgm:t>
        <a:bodyPr/>
        <a:lstStyle/>
        <a:p>
          <a:endParaRPr lang="en-US"/>
        </a:p>
      </dgm:t>
    </dgm:pt>
    <dgm:pt modelId="{00740CEC-73AD-4840-9F5E-EE6BFE449F47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Update </a:t>
          </a:r>
          <a:r>
            <a:rPr lang="en-US" dirty="0" err="1">
              <a:latin typeface="Montserrat" pitchFamily="2" charset="77"/>
            </a:rPr>
            <a:t>README.md</a:t>
          </a:r>
          <a:r>
            <a:rPr lang="en-US" dirty="0">
              <a:latin typeface="Montserrat" pitchFamily="2" charset="77"/>
            </a:rPr>
            <a:t> with links to new release</a:t>
          </a:r>
        </a:p>
      </dgm:t>
    </dgm:pt>
    <dgm:pt modelId="{2B6E81B7-51B4-F644-BAB6-139DDDB3ED80}" type="parTrans" cxnId="{5C95F107-E97D-0647-ADC2-E7D457BF10D6}">
      <dgm:prSet/>
      <dgm:spPr/>
      <dgm:t>
        <a:bodyPr/>
        <a:lstStyle/>
        <a:p>
          <a:endParaRPr lang="en-US"/>
        </a:p>
      </dgm:t>
    </dgm:pt>
    <dgm:pt modelId="{2790A8A1-F75B-1745-BA71-DD2139AF9B85}" type="sibTrans" cxnId="{5C95F107-E97D-0647-ADC2-E7D457BF10D6}">
      <dgm:prSet/>
      <dgm:spPr/>
      <dgm:t>
        <a:bodyPr/>
        <a:lstStyle/>
        <a:p>
          <a:endParaRPr lang="en-US"/>
        </a:p>
      </dgm:t>
    </dgm:pt>
    <dgm:pt modelId="{F8CFC087-08FA-9B4B-BC81-EFB62F3325C0}">
      <dgm:prSet/>
      <dgm:spPr/>
      <dgm:t>
        <a:bodyPr/>
        <a:lstStyle/>
        <a:p>
          <a:endParaRPr lang="en-US" dirty="0">
            <a:latin typeface="Montserrat" pitchFamily="2" charset="77"/>
          </a:endParaRPr>
        </a:p>
      </dgm:t>
    </dgm:pt>
    <dgm:pt modelId="{EF3B84E2-7ACF-8A4E-8BB9-B309F2E302DF}" type="parTrans" cxnId="{556AEFEA-E7BD-7C40-8B4F-40AAEAD321F1}">
      <dgm:prSet/>
      <dgm:spPr/>
      <dgm:t>
        <a:bodyPr/>
        <a:lstStyle/>
        <a:p>
          <a:endParaRPr lang="en-US"/>
        </a:p>
      </dgm:t>
    </dgm:pt>
    <dgm:pt modelId="{43C8B9EB-DC74-FC4D-B8FE-7BB89743F1C3}" type="sibTrans" cxnId="{556AEFEA-E7BD-7C40-8B4F-40AAEAD321F1}">
      <dgm:prSet/>
      <dgm:spPr/>
      <dgm:t>
        <a:bodyPr/>
        <a:lstStyle/>
        <a:p>
          <a:endParaRPr lang="en-US"/>
        </a:p>
      </dgm:t>
    </dgm:pt>
    <dgm:pt modelId="{CFAA218E-2C8C-9344-B1A0-C04A5B71CD82}">
      <dgm:prSet/>
      <dgm:spPr/>
      <dgm:t>
        <a:bodyPr/>
        <a:lstStyle/>
        <a:p>
          <a:r>
            <a:rPr lang="en-US" dirty="0">
              <a:latin typeface="Montserrat" pitchFamily="2" charset="77"/>
            </a:rPr>
            <a:t>Patch versions will be developed on maintenance branches (all the rest is the same)</a:t>
          </a:r>
        </a:p>
      </dgm:t>
    </dgm:pt>
    <dgm:pt modelId="{80B94857-70E5-8B4C-A712-8DC3453E3C49}" type="parTrans" cxnId="{5B26D4F8-289B-0841-AB63-7E67F09A6677}">
      <dgm:prSet/>
      <dgm:spPr/>
      <dgm:t>
        <a:bodyPr/>
        <a:lstStyle/>
        <a:p>
          <a:endParaRPr lang="en-US"/>
        </a:p>
      </dgm:t>
    </dgm:pt>
    <dgm:pt modelId="{50C1E6F3-88FB-3E4E-975F-B839A3567996}" type="sibTrans" cxnId="{5B26D4F8-289B-0841-AB63-7E67F09A6677}">
      <dgm:prSet/>
      <dgm:spPr/>
      <dgm:t>
        <a:bodyPr/>
        <a:lstStyle/>
        <a:p>
          <a:endParaRPr lang="en-US"/>
        </a:p>
      </dgm:t>
    </dgm:pt>
    <dgm:pt modelId="{CF020F42-22A9-444A-931B-CE6B61E07816}">
      <dgm:prSet/>
      <dgm:spPr/>
      <dgm:t>
        <a:bodyPr/>
        <a:lstStyle/>
        <a:p>
          <a:endParaRPr lang="en-US" dirty="0">
            <a:latin typeface="Montserrat" pitchFamily="2" charset="77"/>
          </a:endParaRPr>
        </a:p>
      </dgm:t>
    </dgm:pt>
    <dgm:pt modelId="{B042CF4D-D02D-3B44-87FE-DEA9AD6B7024}" type="parTrans" cxnId="{39E2E81E-8565-314C-B22F-7B350CDEFCFD}">
      <dgm:prSet/>
      <dgm:spPr/>
      <dgm:t>
        <a:bodyPr/>
        <a:lstStyle/>
        <a:p>
          <a:endParaRPr lang="en-US"/>
        </a:p>
      </dgm:t>
    </dgm:pt>
    <dgm:pt modelId="{4A296C7E-2A0E-9548-A48F-45B4B7CBABB8}" type="sibTrans" cxnId="{39E2E81E-8565-314C-B22F-7B350CDEFCFD}">
      <dgm:prSet/>
      <dgm:spPr/>
      <dgm:t>
        <a:bodyPr/>
        <a:lstStyle/>
        <a:p>
          <a:endParaRPr lang="en-US"/>
        </a:p>
      </dgm:t>
    </dgm:pt>
    <dgm:pt modelId="{C37A4B99-0CE6-B440-9C23-029A26044397}" type="pres">
      <dgm:prSet presAssocID="{D510AE43-6632-5642-ABBE-893B8B35AB78}" presName="linearFlow" presStyleCnt="0">
        <dgm:presLayoutVars>
          <dgm:dir/>
          <dgm:animLvl val="lvl"/>
          <dgm:resizeHandles val="exact"/>
        </dgm:presLayoutVars>
      </dgm:prSet>
      <dgm:spPr/>
    </dgm:pt>
    <dgm:pt modelId="{4DB86DC3-C3F0-0946-8B8B-93B1AEB388DA}" type="pres">
      <dgm:prSet presAssocID="{D452E867-5F56-B54A-9C5D-3518F0B64747}" presName="composite" presStyleCnt="0"/>
      <dgm:spPr/>
    </dgm:pt>
    <dgm:pt modelId="{33B2CEAB-38A2-8345-8C3E-B5C3B6F268B0}" type="pres">
      <dgm:prSet presAssocID="{D452E867-5F56-B54A-9C5D-3518F0B64747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4795E6-B4BD-B647-B455-507D915592A2}" type="pres">
      <dgm:prSet presAssocID="{D452E867-5F56-B54A-9C5D-3518F0B64747}" presName="parSh" presStyleLbl="node1" presStyleIdx="0" presStyleCnt="4"/>
      <dgm:spPr/>
    </dgm:pt>
    <dgm:pt modelId="{16149B7C-1A6F-104D-9CE6-79BC1C6ADBE5}" type="pres">
      <dgm:prSet presAssocID="{D452E867-5F56-B54A-9C5D-3518F0B64747}" presName="desTx" presStyleLbl="fgAcc1" presStyleIdx="0" presStyleCnt="4" custScaleX="114337">
        <dgm:presLayoutVars>
          <dgm:bulletEnabled val="1"/>
        </dgm:presLayoutVars>
      </dgm:prSet>
      <dgm:spPr/>
    </dgm:pt>
    <dgm:pt modelId="{14EEC014-91DB-C84B-BB60-287451A4B775}" type="pres">
      <dgm:prSet presAssocID="{14849E30-6FE2-FA42-AE9B-FCA7649FAA01}" presName="sibTrans" presStyleLbl="sibTrans2D1" presStyleIdx="0" presStyleCnt="3"/>
      <dgm:spPr/>
    </dgm:pt>
    <dgm:pt modelId="{32D900F5-A22B-C042-A69E-421666B164BA}" type="pres">
      <dgm:prSet presAssocID="{14849E30-6FE2-FA42-AE9B-FCA7649FAA01}" presName="connTx" presStyleLbl="sibTrans2D1" presStyleIdx="0" presStyleCnt="3"/>
      <dgm:spPr/>
    </dgm:pt>
    <dgm:pt modelId="{5B95575D-375F-6548-B21F-196B495C061B}" type="pres">
      <dgm:prSet presAssocID="{41EC3213-100C-ED45-94C5-A9ACB862C16D}" presName="composite" presStyleCnt="0"/>
      <dgm:spPr/>
    </dgm:pt>
    <dgm:pt modelId="{7130B589-0955-6347-873D-CE61691BC18D}" type="pres">
      <dgm:prSet presAssocID="{41EC3213-100C-ED45-94C5-A9ACB862C16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CABD58D-33D2-F64F-92F2-0CF48693B041}" type="pres">
      <dgm:prSet presAssocID="{41EC3213-100C-ED45-94C5-A9ACB862C16D}" presName="parSh" presStyleLbl="node1" presStyleIdx="1" presStyleCnt="4"/>
      <dgm:spPr/>
    </dgm:pt>
    <dgm:pt modelId="{08D3FE20-C478-954D-BFBD-8BFE71180DF2}" type="pres">
      <dgm:prSet presAssocID="{41EC3213-100C-ED45-94C5-A9ACB862C16D}" presName="desTx" presStyleLbl="fgAcc1" presStyleIdx="1" presStyleCnt="4">
        <dgm:presLayoutVars>
          <dgm:bulletEnabled val="1"/>
        </dgm:presLayoutVars>
      </dgm:prSet>
      <dgm:spPr/>
    </dgm:pt>
    <dgm:pt modelId="{0CECDBA8-D1E9-7A43-99D6-560837F1D5E0}" type="pres">
      <dgm:prSet presAssocID="{DEDDE21A-9009-E94C-B945-08CC1AE1AD12}" presName="sibTrans" presStyleLbl="sibTrans2D1" presStyleIdx="1" presStyleCnt="3"/>
      <dgm:spPr/>
    </dgm:pt>
    <dgm:pt modelId="{6A74F501-AD8E-6F4F-9514-7587C7312981}" type="pres">
      <dgm:prSet presAssocID="{DEDDE21A-9009-E94C-B945-08CC1AE1AD12}" presName="connTx" presStyleLbl="sibTrans2D1" presStyleIdx="1" presStyleCnt="3"/>
      <dgm:spPr/>
    </dgm:pt>
    <dgm:pt modelId="{BA28F39D-9550-0B45-87A2-D7FFB21CD319}" type="pres">
      <dgm:prSet presAssocID="{37DCFF19-5663-9646-8896-58704C920417}" presName="composite" presStyleCnt="0"/>
      <dgm:spPr/>
    </dgm:pt>
    <dgm:pt modelId="{6FBC0F43-4666-194B-A37F-DBB21C513A2C}" type="pres">
      <dgm:prSet presAssocID="{37DCFF19-5663-9646-8896-58704C920417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3601123-0525-5247-A916-FE94A9499CC6}" type="pres">
      <dgm:prSet presAssocID="{37DCFF19-5663-9646-8896-58704C920417}" presName="parSh" presStyleLbl="node1" presStyleIdx="2" presStyleCnt="4"/>
      <dgm:spPr/>
    </dgm:pt>
    <dgm:pt modelId="{9C916B51-DA3C-ED4F-813F-1C7FA50B43A8}" type="pres">
      <dgm:prSet presAssocID="{37DCFF19-5663-9646-8896-58704C920417}" presName="desTx" presStyleLbl="fgAcc1" presStyleIdx="2" presStyleCnt="4" custScaleX="110471">
        <dgm:presLayoutVars>
          <dgm:bulletEnabled val="1"/>
        </dgm:presLayoutVars>
      </dgm:prSet>
      <dgm:spPr/>
    </dgm:pt>
    <dgm:pt modelId="{95A7A447-5BCC-6140-B556-5BDB7E67C145}" type="pres">
      <dgm:prSet presAssocID="{DB59F7AE-EF6B-6442-89D2-395B4D8D788C}" presName="sibTrans" presStyleLbl="sibTrans2D1" presStyleIdx="2" presStyleCnt="3"/>
      <dgm:spPr/>
    </dgm:pt>
    <dgm:pt modelId="{7ACE7B63-06E2-E249-A39A-355C9A1EA77C}" type="pres">
      <dgm:prSet presAssocID="{DB59F7AE-EF6B-6442-89D2-395B4D8D788C}" presName="connTx" presStyleLbl="sibTrans2D1" presStyleIdx="2" presStyleCnt="3"/>
      <dgm:spPr/>
    </dgm:pt>
    <dgm:pt modelId="{8AE06463-7AEB-D04F-9D77-C4AFEFBC4A37}" type="pres">
      <dgm:prSet presAssocID="{CDBA15DB-D49B-1D41-B407-3E0798958A51}" presName="composite" presStyleCnt="0"/>
      <dgm:spPr/>
    </dgm:pt>
    <dgm:pt modelId="{D034EA27-3CC9-434F-A5B9-84A8680B6EB3}" type="pres">
      <dgm:prSet presAssocID="{CDBA15DB-D49B-1D41-B407-3E0798958A51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C130EF-D7BD-4E47-8308-1D1A79ABA02E}" type="pres">
      <dgm:prSet presAssocID="{CDBA15DB-D49B-1D41-B407-3E0798958A51}" presName="parSh" presStyleLbl="node1" presStyleIdx="3" presStyleCnt="4"/>
      <dgm:spPr/>
    </dgm:pt>
    <dgm:pt modelId="{733D9693-E3FB-E44A-95AE-FF6D070A6494}" type="pres">
      <dgm:prSet presAssocID="{CDBA15DB-D49B-1D41-B407-3E0798958A51}" presName="desTx" presStyleLbl="fgAcc1" presStyleIdx="3" presStyleCnt="4">
        <dgm:presLayoutVars>
          <dgm:bulletEnabled val="1"/>
        </dgm:presLayoutVars>
      </dgm:prSet>
      <dgm:spPr/>
    </dgm:pt>
  </dgm:ptLst>
  <dgm:cxnLst>
    <dgm:cxn modelId="{738B0C01-EA71-CE47-A2BC-8D5B235976F4}" type="presOf" srcId="{4832AC49-678B-4342-9AE5-E9464ADD6C06}" destId="{16149B7C-1A6F-104D-9CE6-79BC1C6ADBE5}" srcOrd="0" destOrd="3" presId="urn:microsoft.com/office/officeart/2005/8/layout/process3"/>
    <dgm:cxn modelId="{D80E7A03-1562-904D-8BC1-F46CD4B2BBB5}" srcId="{37DCFF19-5663-9646-8896-58704C920417}" destId="{70F6764E-A6C3-804C-A0CC-345B394981A9}" srcOrd="1" destOrd="0" parTransId="{2701E01C-0402-4747-9573-3BBD560A6581}" sibTransId="{CC0C693F-8D8C-6949-8D52-DEB4499D5B33}"/>
    <dgm:cxn modelId="{5C95F107-E97D-0647-ADC2-E7D457BF10D6}" srcId="{37D7DF61-D3F8-1C4F-A0D1-B071ECFE9189}" destId="{00740CEC-73AD-4840-9F5E-EE6BFE449F47}" srcOrd="1" destOrd="0" parTransId="{2B6E81B7-51B4-F644-BAB6-139DDDB3ED80}" sibTransId="{2790A8A1-F75B-1745-BA71-DD2139AF9B85}"/>
    <dgm:cxn modelId="{3079460A-0512-0C4A-A65C-2D4BD4730DA1}" type="presOf" srcId="{37DCFF19-5663-9646-8896-58704C920417}" destId="{93601123-0525-5247-A916-FE94A9499CC6}" srcOrd="1" destOrd="0" presId="urn:microsoft.com/office/officeart/2005/8/layout/process3"/>
    <dgm:cxn modelId="{751BD71A-2846-C543-8AEF-4083F5DE05A6}" srcId="{41EC3213-100C-ED45-94C5-A9ACB862C16D}" destId="{C2EDA185-3A48-8C4A-8C15-569CACA7C529}" srcOrd="3" destOrd="0" parTransId="{A2B74CA8-7BA8-5347-8E40-725F77EE2A90}" sibTransId="{A9895497-5A89-4C49-93FF-8A74B50D6BF6}"/>
    <dgm:cxn modelId="{39E2E81E-8565-314C-B22F-7B350CDEFCFD}" srcId="{D452E867-5F56-B54A-9C5D-3518F0B64747}" destId="{CF020F42-22A9-444A-931B-CE6B61E07816}" srcOrd="4" destOrd="0" parTransId="{B042CF4D-D02D-3B44-87FE-DEA9AD6B7024}" sibTransId="{4A296C7E-2A0E-9548-A48F-45B4B7CBABB8}"/>
    <dgm:cxn modelId="{D8181226-3E39-6B44-966C-730E59648627}" srcId="{CDBA15DB-D49B-1D41-B407-3E0798958A51}" destId="{3167CEC7-C67B-C942-B72C-9CBBFE37C86D}" srcOrd="0" destOrd="0" parTransId="{5EC94C7D-71BA-8F4E-8F35-E6F6F1D41A04}" sibTransId="{756D61DE-402A-4A46-AD4D-C6F69B6AAF17}"/>
    <dgm:cxn modelId="{FC059926-4219-0F41-867D-A31F54487140}" srcId="{6BDF3DF7-3214-DB4D-B9BA-4FD1BC951A90}" destId="{009043DC-D893-7F41-8792-A12387DA43CF}" srcOrd="0" destOrd="0" parTransId="{6D58D5AC-F628-E64B-8D5D-CD1DBCA22071}" sibTransId="{BCFD4337-CED0-264F-A7CF-EAA597E0993F}"/>
    <dgm:cxn modelId="{8C364F27-8D97-9940-9074-7BE7D79B9EAB}" type="presOf" srcId="{CDBA15DB-D49B-1D41-B407-3E0798958A51}" destId="{D034EA27-3CC9-434F-A5B9-84A8680B6EB3}" srcOrd="0" destOrd="0" presId="urn:microsoft.com/office/officeart/2005/8/layout/process3"/>
    <dgm:cxn modelId="{F928EC28-BE53-A049-84C2-188F9A77E6CC}" type="presOf" srcId="{3167CEC7-C67B-C942-B72C-9CBBFE37C86D}" destId="{733D9693-E3FB-E44A-95AE-FF6D070A6494}" srcOrd="0" destOrd="0" presId="urn:microsoft.com/office/officeart/2005/8/layout/process3"/>
    <dgm:cxn modelId="{75AD722A-4DF5-D743-A2B3-96B6D956B09F}" srcId="{D452E867-5F56-B54A-9C5D-3518F0B64747}" destId="{02387B7F-FBEB-1242-BE5B-EF978FF64A7C}" srcOrd="1" destOrd="0" parTransId="{335E54AB-9EFF-0846-A2BD-3857F09A4968}" sibTransId="{C02502C0-3500-C944-8481-5FCD8853124D}"/>
    <dgm:cxn modelId="{5344F736-89D9-9747-AD79-BC37185FBA97}" srcId="{37DCFF19-5663-9646-8896-58704C920417}" destId="{6BDF3DF7-3214-DB4D-B9BA-4FD1BC951A90}" srcOrd="0" destOrd="0" parTransId="{1DB14E4F-AC5C-C449-840A-2A62716C10E6}" sibTransId="{B6476238-322E-1840-B1DD-F0A9EC808431}"/>
    <dgm:cxn modelId="{7548F642-A72E-3E44-B480-D78AB5EE74F7}" type="presOf" srcId="{4D94ECAA-3523-1F46-9368-9852E6160073}" destId="{733D9693-E3FB-E44A-95AE-FF6D070A6494}" srcOrd="0" destOrd="2" presId="urn:microsoft.com/office/officeart/2005/8/layout/process3"/>
    <dgm:cxn modelId="{8E862044-9322-9248-ABE6-65264154EECA}" type="presOf" srcId="{37D7DF61-D3F8-1C4F-A0D1-B071ECFE9189}" destId="{733D9693-E3FB-E44A-95AE-FF6D070A6494}" srcOrd="0" destOrd="1" presId="urn:microsoft.com/office/officeart/2005/8/layout/process3"/>
    <dgm:cxn modelId="{47C1E544-098B-B94D-B9F6-2B7639E46729}" type="presOf" srcId="{DEDDE21A-9009-E94C-B945-08CC1AE1AD12}" destId="{6A74F501-AD8E-6F4F-9514-7587C7312981}" srcOrd="1" destOrd="0" presId="urn:microsoft.com/office/officeart/2005/8/layout/process3"/>
    <dgm:cxn modelId="{292ABE45-5CF5-BD40-A780-0F27C3CE0EF6}" type="presOf" srcId="{275C85EC-21C9-B841-8D6B-54364EA13072}" destId="{9C916B51-DA3C-ED4F-813F-1C7FA50B43A8}" srcOrd="0" destOrd="2" presId="urn:microsoft.com/office/officeart/2005/8/layout/process3"/>
    <dgm:cxn modelId="{B96FDC47-19E7-FC49-9A9D-30B68428D2B7}" type="presOf" srcId="{D27E26C3-587B-E94A-9AD2-8D1D4F4EC6AE}" destId="{16149B7C-1A6F-104D-9CE6-79BC1C6ADBE5}" srcOrd="0" destOrd="0" presId="urn:microsoft.com/office/officeart/2005/8/layout/process3"/>
    <dgm:cxn modelId="{3E703448-AB05-1C45-AF93-CE690AF634A7}" type="presOf" srcId="{D452E867-5F56-B54A-9C5D-3518F0B64747}" destId="{104795E6-B4BD-B647-B455-507D915592A2}" srcOrd="1" destOrd="0" presId="urn:microsoft.com/office/officeart/2005/8/layout/process3"/>
    <dgm:cxn modelId="{1719B849-E365-D243-8330-90FE5C29F710}" type="presOf" srcId="{DB59F7AE-EF6B-6442-89D2-395B4D8D788C}" destId="{7ACE7B63-06E2-E249-A39A-355C9A1EA77C}" srcOrd="1" destOrd="0" presId="urn:microsoft.com/office/officeart/2005/8/layout/process3"/>
    <dgm:cxn modelId="{95930657-C0F8-0741-B87E-351DEC055359}" type="presOf" srcId="{37DCFF19-5663-9646-8896-58704C920417}" destId="{6FBC0F43-4666-194B-A37F-DBB21C513A2C}" srcOrd="0" destOrd="0" presId="urn:microsoft.com/office/officeart/2005/8/layout/process3"/>
    <dgm:cxn modelId="{64433E57-F664-2549-9146-2B2F3C2DEAB7}" srcId="{D510AE43-6632-5642-ABBE-893B8B35AB78}" destId="{CDBA15DB-D49B-1D41-B407-3E0798958A51}" srcOrd="3" destOrd="0" parTransId="{DC282DE3-9481-1549-91ED-A9BD11418992}" sibTransId="{30D8025A-9FDB-324A-B2BE-175FF98B0D7E}"/>
    <dgm:cxn modelId="{FA6E9357-6743-C749-AFD3-137984FB0383}" srcId="{41EC3213-100C-ED45-94C5-A9ACB862C16D}" destId="{89B626CB-F6C7-7B4F-A39B-41A76B86F0D2}" srcOrd="0" destOrd="0" parTransId="{9F2E02C3-80DB-8D4C-9CD8-4B1BDCBF6D21}" sibTransId="{F41D3348-CFF9-0044-AE56-5528A9BFD124}"/>
    <dgm:cxn modelId="{FCF18860-9F66-A041-9622-7200A39773A3}" type="presOf" srcId="{CFAA218E-2C8C-9344-B1A0-C04A5B71CD82}" destId="{16149B7C-1A6F-104D-9CE6-79BC1C6ADBE5}" srcOrd="0" destOrd="5" presId="urn:microsoft.com/office/officeart/2005/8/layout/process3"/>
    <dgm:cxn modelId="{AAB10F64-E6D7-B34D-A08F-450B9F97B2FA}" type="presOf" srcId="{2D8F900F-C5FB-0D45-B936-C1A1FC55CD79}" destId="{9C916B51-DA3C-ED4F-813F-1C7FA50B43A8}" srcOrd="0" destOrd="3" presId="urn:microsoft.com/office/officeart/2005/8/layout/process3"/>
    <dgm:cxn modelId="{59FF4271-4090-8A4E-9AAC-80800D708EC7}" type="presOf" srcId="{D510AE43-6632-5642-ABBE-893B8B35AB78}" destId="{C37A4B99-0CE6-B440-9C23-029A26044397}" srcOrd="0" destOrd="0" presId="urn:microsoft.com/office/officeart/2005/8/layout/process3"/>
    <dgm:cxn modelId="{E7E4937A-FC88-3F48-A242-020489FCBD88}" srcId="{D452E867-5F56-B54A-9C5D-3518F0B64747}" destId="{3B4576E4-EF67-CA43-91A7-DA3FC3864F85}" srcOrd="2" destOrd="0" parTransId="{9FE84EBB-2903-8248-B655-5C8EE04AD255}" sibTransId="{65273168-6354-334A-AA1C-A0DA5437D67B}"/>
    <dgm:cxn modelId="{FA27BF7C-5051-8940-8C45-8A3375C678A0}" type="presOf" srcId="{009043DC-D893-7F41-8792-A12387DA43CF}" destId="{9C916B51-DA3C-ED4F-813F-1C7FA50B43A8}" srcOrd="0" destOrd="1" presId="urn:microsoft.com/office/officeart/2005/8/layout/process3"/>
    <dgm:cxn modelId="{A2FB1881-0FB4-3745-80C1-9D2E33959213}" type="presOf" srcId="{CDBA15DB-D49B-1D41-B407-3E0798958A51}" destId="{F2C130EF-D7BD-4E47-8308-1D1A79ABA02E}" srcOrd="1" destOrd="0" presId="urn:microsoft.com/office/officeart/2005/8/layout/process3"/>
    <dgm:cxn modelId="{3C768683-8D24-844F-9C53-A01EC5F67186}" type="presOf" srcId="{CF020F42-22A9-444A-931B-CE6B61E07816}" destId="{16149B7C-1A6F-104D-9CE6-79BC1C6ADBE5}" srcOrd="0" destOrd="4" presId="urn:microsoft.com/office/officeart/2005/8/layout/process3"/>
    <dgm:cxn modelId="{FCA3CB90-1C01-8342-BEE3-A88BDF3115DB}" type="presOf" srcId="{C4AA0363-8940-3649-9C71-CF68F9CF6A53}" destId="{08D3FE20-C478-954D-BFBD-8BFE71180DF2}" srcOrd="0" destOrd="2" presId="urn:microsoft.com/office/officeart/2005/8/layout/process3"/>
    <dgm:cxn modelId="{C794B791-42D9-0042-81EC-DC2950E5F5E7}" srcId="{D452E867-5F56-B54A-9C5D-3518F0B64747}" destId="{D27E26C3-587B-E94A-9AD2-8D1D4F4EC6AE}" srcOrd="0" destOrd="0" parTransId="{169EA9F5-5EBE-864A-BDB2-224A60039632}" sibTransId="{B5937D53-F990-D542-A2F1-6DB4F01F92EE}"/>
    <dgm:cxn modelId="{89727C94-7938-1845-B96B-5461A024B3C5}" srcId="{D510AE43-6632-5642-ABBE-893B8B35AB78}" destId="{41EC3213-100C-ED45-94C5-A9ACB862C16D}" srcOrd="1" destOrd="0" parTransId="{D8211325-3B01-A74A-BB56-CA8DB0FCDB94}" sibTransId="{DEDDE21A-9009-E94C-B945-08CC1AE1AD12}"/>
    <dgm:cxn modelId="{26122998-3711-DD47-A3FF-00C026CEF94C}" srcId="{D510AE43-6632-5642-ABBE-893B8B35AB78}" destId="{37DCFF19-5663-9646-8896-58704C920417}" srcOrd="2" destOrd="0" parTransId="{A76F17F8-12B5-2F4A-AEC3-38EA800B06B1}" sibTransId="{DB59F7AE-EF6B-6442-89D2-395B4D8D788C}"/>
    <dgm:cxn modelId="{1DBB23A9-B438-EA4D-8B7D-05934CD172F0}" type="presOf" srcId="{F8CFC087-08FA-9B4B-BC81-EFB62F3325C0}" destId="{08D3FE20-C478-954D-BFBD-8BFE71180DF2}" srcOrd="0" destOrd="1" presId="urn:microsoft.com/office/officeart/2005/8/layout/process3"/>
    <dgm:cxn modelId="{DC2943AB-CD56-8D40-B390-B12DFCC2BCA6}" type="presOf" srcId="{DEDDE21A-9009-E94C-B945-08CC1AE1AD12}" destId="{0CECDBA8-D1E9-7A43-99D6-560837F1D5E0}" srcOrd="0" destOrd="0" presId="urn:microsoft.com/office/officeart/2005/8/layout/process3"/>
    <dgm:cxn modelId="{6BE210B5-0B01-794A-B07F-88EC9E475F21}" srcId="{41EC3213-100C-ED45-94C5-A9ACB862C16D}" destId="{C4AA0363-8940-3649-9C71-CF68F9CF6A53}" srcOrd="2" destOrd="0" parTransId="{178A8919-1FF6-D347-A7A1-BE4F2EB71CFF}" sibTransId="{0ED3A3A1-C58F-5B46-A9D4-CED91CE2A89A}"/>
    <dgm:cxn modelId="{BB0E33B6-CE9D-B840-B908-37CB746DBEB8}" type="presOf" srcId="{00740CEC-73AD-4840-9F5E-EE6BFE449F47}" destId="{733D9693-E3FB-E44A-95AE-FF6D070A6494}" srcOrd="0" destOrd="3" presId="urn:microsoft.com/office/officeart/2005/8/layout/process3"/>
    <dgm:cxn modelId="{FC4283C2-9BAE-D747-80C9-AC20BFB83B08}" type="presOf" srcId="{C2EDA185-3A48-8C4A-8C15-569CACA7C529}" destId="{08D3FE20-C478-954D-BFBD-8BFE71180DF2}" srcOrd="0" destOrd="3" presId="urn:microsoft.com/office/officeart/2005/8/layout/process3"/>
    <dgm:cxn modelId="{FA173FC7-21D7-D341-8707-8E461B77CA51}" srcId="{CDBA15DB-D49B-1D41-B407-3E0798958A51}" destId="{37D7DF61-D3F8-1C4F-A0D1-B071ECFE9189}" srcOrd="1" destOrd="0" parTransId="{2E0BC1B5-AC00-B140-8D96-D7AE1E123F31}" sibTransId="{92708C34-4327-4D46-A9AC-CFCED90AD381}"/>
    <dgm:cxn modelId="{7C52C5C9-CF2D-8243-AE35-8481BFDF7597}" type="presOf" srcId="{89B626CB-F6C7-7B4F-A39B-41A76B86F0D2}" destId="{08D3FE20-C478-954D-BFBD-8BFE71180DF2}" srcOrd="0" destOrd="0" presId="urn:microsoft.com/office/officeart/2005/8/layout/process3"/>
    <dgm:cxn modelId="{0DDC41CA-D0D2-C643-8BCF-1CDA96D5D59C}" type="presOf" srcId="{D452E867-5F56-B54A-9C5D-3518F0B64747}" destId="{33B2CEAB-38A2-8345-8C3E-B5C3B6F268B0}" srcOrd="0" destOrd="0" presId="urn:microsoft.com/office/officeart/2005/8/layout/process3"/>
    <dgm:cxn modelId="{EA5864D2-3FFB-224B-8CF9-845B8A612F44}" srcId="{6BDF3DF7-3214-DB4D-B9BA-4FD1BC951A90}" destId="{2D8F900F-C5FB-0D45-B936-C1A1FC55CD79}" srcOrd="2" destOrd="0" parTransId="{691596DF-DC98-2C4F-B625-985086D21A48}" sibTransId="{DEB5C16B-CBEF-4348-80D0-9D2D57D283EE}"/>
    <dgm:cxn modelId="{55F23DD6-6646-9E4D-9BDB-1DF4AE6928D1}" type="presOf" srcId="{41EC3213-100C-ED45-94C5-A9ACB862C16D}" destId="{7130B589-0955-6347-873D-CE61691BC18D}" srcOrd="0" destOrd="0" presId="urn:microsoft.com/office/officeart/2005/8/layout/process3"/>
    <dgm:cxn modelId="{F53985DB-9730-CE4A-A1E7-7BD4E70398A6}" type="presOf" srcId="{70F6764E-A6C3-804C-A0CC-345B394981A9}" destId="{9C916B51-DA3C-ED4F-813F-1C7FA50B43A8}" srcOrd="0" destOrd="4" presId="urn:microsoft.com/office/officeart/2005/8/layout/process3"/>
    <dgm:cxn modelId="{59AED9DB-6750-C249-BCBB-37F02C3F99BD}" type="presOf" srcId="{02387B7F-FBEB-1242-BE5B-EF978FF64A7C}" destId="{16149B7C-1A6F-104D-9CE6-79BC1C6ADBE5}" srcOrd="0" destOrd="1" presId="urn:microsoft.com/office/officeart/2005/8/layout/process3"/>
    <dgm:cxn modelId="{CA3156DD-5B70-9E4E-96B9-74082D3676E9}" srcId="{D510AE43-6632-5642-ABBE-893B8B35AB78}" destId="{D452E867-5F56-B54A-9C5D-3518F0B64747}" srcOrd="0" destOrd="0" parTransId="{7FF35994-5EC9-B045-81B6-EBDB1F6CC90E}" sibTransId="{14849E30-6FE2-FA42-AE9B-FCA7649FAA01}"/>
    <dgm:cxn modelId="{ECE29BDD-8B73-264B-923F-6643E323B717}" type="presOf" srcId="{6BDF3DF7-3214-DB4D-B9BA-4FD1BC951A90}" destId="{9C916B51-DA3C-ED4F-813F-1C7FA50B43A8}" srcOrd="0" destOrd="0" presId="urn:microsoft.com/office/officeart/2005/8/layout/process3"/>
    <dgm:cxn modelId="{A9A966E0-05E3-B34B-88F9-EF5458E3A235}" type="presOf" srcId="{41EC3213-100C-ED45-94C5-A9ACB862C16D}" destId="{ECABD58D-33D2-F64F-92F2-0CF48693B041}" srcOrd="1" destOrd="0" presId="urn:microsoft.com/office/officeart/2005/8/layout/process3"/>
    <dgm:cxn modelId="{ACD9C0E2-0683-3E4D-885D-C02778965892}" srcId="{D452E867-5F56-B54A-9C5D-3518F0B64747}" destId="{4832AC49-678B-4342-9AE5-E9464ADD6C06}" srcOrd="3" destOrd="0" parTransId="{E60D8D97-E490-B649-81C1-CE52F5A5A5EB}" sibTransId="{EFE1C416-3FD0-B84B-BF25-40E666E02A92}"/>
    <dgm:cxn modelId="{7A7E09EA-7590-8745-927A-2EE118FA4A89}" srcId="{6BDF3DF7-3214-DB4D-B9BA-4FD1BC951A90}" destId="{275C85EC-21C9-B841-8D6B-54364EA13072}" srcOrd="1" destOrd="0" parTransId="{32223B97-58D9-9D4B-AC1A-93FC42ADCE36}" sibTransId="{D8FBDBA2-9DC5-8F48-84E1-6C7ECE65E4C4}"/>
    <dgm:cxn modelId="{556AEFEA-E7BD-7C40-8B4F-40AAEAD321F1}" srcId="{41EC3213-100C-ED45-94C5-A9ACB862C16D}" destId="{F8CFC087-08FA-9B4B-BC81-EFB62F3325C0}" srcOrd="1" destOrd="0" parTransId="{EF3B84E2-7ACF-8A4E-8BB9-B309F2E302DF}" sibTransId="{43C8B9EB-DC74-FC4D-B8FE-7BB89743F1C3}"/>
    <dgm:cxn modelId="{DA11A6ED-29FF-2341-8E94-2B1FCA96D4E8}" type="presOf" srcId="{3B4576E4-EF67-CA43-91A7-DA3FC3864F85}" destId="{16149B7C-1A6F-104D-9CE6-79BC1C6ADBE5}" srcOrd="0" destOrd="2" presId="urn:microsoft.com/office/officeart/2005/8/layout/process3"/>
    <dgm:cxn modelId="{56680DF2-FB1E-3041-8AE7-F2FC23D7866D}" type="presOf" srcId="{14849E30-6FE2-FA42-AE9B-FCA7649FAA01}" destId="{32D900F5-A22B-C042-A69E-421666B164BA}" srcOrd="1" destOrd="0" presId="urn:microsoft.com/office/officeart/2005/8/layout/process3"/>
    <dgm:cxn modelId="{5B26D4F8-289B-0841-AB63-7E67F09A6677}" srcId="{D452E867-5F56-B54A-9C5D-3518F0B64747}" destId="{CFAA218E-2C8C-9344-B1A0-C04A5B71CD82}" srcOrd="5" destOrd="0" parTransId="{80B94857-70E5-8B4C-A712-8DC3453E3C49}" sibTransId="{50C1E6F3-88FB-3E4E-975F-B839A3567996}"/>
    <dgm:cxn modelId="{47CBBDF9-9475-DE4C-9A95-2D75D98FB5A5}" type="presOf" srcId="{DB59F7AE-EF6B-6442-89D2-395B4D8D788C}" destId="{95A7A447-5BCC-6140-B556-5BDB7E67C145}" srcOrd="0" destOrd="0" presId="urn:microsoft.com/office/officeart/2005/8/layout/process3"/>
    <dgm:cxn modelId="{6CC97BFD-81E7-DE42-92AE-46BD82FFD0C6}" type="presOf" srcId="{14849E30-6FE2-FA42-AE9B-FCA7649FAA01}" destId="{14EEC014-91DB-C84B-BB60-287451A4B775}" srcOrd="0" destOrd="0" presId="urn:microsoft.com/office/officeart/2005/8/layout/process3"/>
    <dgm:cxn modelId="{9EB595FD-CC97-6944-A4D0-9E363210F272}" srcId="{37D7DF61-D3F8-1C4F-A0D1-B071ECFE9189}" destId="{4D94ECAA-3523-1F46-9368-9852E6160073}" srcOrd="0" destOrd="0" parTransId="{BF0047A1-DA25-A140-B5D0-8A03957F5A31}" sibTransId="{9AEAD05F-9E9A-554B-878D-226C68C5427F}"/>
    <dgm:cxn modelId="{E1FBF4FE-BF7F-AD4C-BB71-31559AB2AB59}" type="presParOf" srcId="{C37A4B99-0CE6-B440-9C23-029A26044397}" destId="{4DB86DC3-C3F0-0946-8B8B-93B1AEB388DA}" srcOrd="0" destOrd="0" presId="urn:microsoft.com/office/officeart/2005/8/layout/process3"/>
    <dgm:cxn modelId="{D758183E-21CD-3248-8F6F-1BB410EF42BA}" type="presParOf" srcId="{4DB86DC3-C3F0-0946-8B8B-93B1AEB388DA}" destId="{33B2CEAB-38A2-8345-8C3E-B5C3B6F268B0}" srcOrd="0" destOrd="0" presId="urn:microsoft.com/office/officeart/2005/8/layout/process3"/>
    <dgm:cxn modelId="{296485B9-95DB-9048-8988-7E7ADA5374E1}" type="presParOf" srcId="{4DB86DC3-C3F0-0946-8B8B-93B1AEB388DA}" destId="{104795E6-B4BD-B647-B455-507D915592A2}" srcOrd="1" destOrd="0" presId="urn:microsoft.com/office/officeart/2005/8/layout/process3"/>
    <dgm:cxn modelId="{D65C0A00-27F9-2C49-AAA6-EE0928D23D6C}" type="presParOf" srcId="{4DB86DC3-C3F0-0946-8B8B-93B1AEB388DA}" destId="{16149B7C-1A6F-104D-9CE6-79BC1C6ADBE5}" srcOrd="2" destOrd="0" presId="urn:microsoft.com/office/officeart/2005/8/layout/process3"/>
    <dgm:cxn modelId="{9FECEE2D-40D4-1940-9F85-9777F890E066}" type="presParOf" srcId="{C37A4B99-0CE6-B440-9C23-029A26044397}" destId="{14EEC014-91DB-C84B-BB60-287451A4B775}" srcOrd="1" destOrd="0" presId="urn:microsoft.com/office/officeart/2005/8/layout/process3"/>
    <dgm:cxn modelId="{2CF3E119-3638-374B-ABEF-A11AB1170902}" type="presParOf" srcId="{14EEC014-91DB-C84B-BB60-287451A4B775}" destId="{32D900F5-A22B-C042-A69E-421666B164BA}" srcOrd="0" destOrd="0" presId="urn:microsoft.com/office/officeart/2005/8/layout/process3"/>
    <dgm:cxn modelId="{C4949B4F-D2F4-6649-A6BB-A79037DBC089}" type="presParOf" srcId="{C37A4B99-0CE6-B440-9C23-029A26044397}" destId="{5B95575D-375F-6548-B21F-196B495C061B}" srcOrd="2" destOrd="0" presId="urn:microsoft.com/office/officeart/2005/8/layout/process3"/>
    <dgm:cxn modelId="{9598BF9D-0FE5-454A-A38A-2EE0B0B49FDE}" type="presParOf" srcId="{5B95575D-375F-6548-B21F-196B495C061B}" destId="{7130B589-0955-6347-873D-CE61691BC18D}" srcOrd="0" destOrd="0" presId="urn:microsoft.com/office/officeart/2005/8/layout/process3"/>
    <dgm:cxn modelId="{18FDC8A8-357F-C249-9D07-CF5BC53110BB}" type="presParOf" srcId="{5B95575D-375F-6548-B21F-196B495C061B}" destId="{ECABD58D-33D2-F64F-92F2-0CF48693B041}" srcOrd="1" destOrd="0" presId="urn:microsoft.com/office/officeart/2005/8/layout/process3"/>
    <dgm:cxn modelId="{29BA25BA-80FA-644C-9BB9-B250F473397F}" type="presParOf" srcId="{5B95575D-375F-6548-B21F-196B495C061B}" destId="{08D3FE20-C478-954D-BFBD-8BFE71180DF2}" srcOrd="2" destOrd="0" presId="urn:microsoft.com/office/officeart/2005/8/layout/process3"/>
    <dgm:cxn modelId="{23958056-911F-E142-AADE-9853F61AE766}" type="presParOf" srcId="{C37A4B99-0CE6-B440-9C23-029A26044397}" destId="{0CECDBA8-D1E9-7A43-99D6-560837F1D5E0}" srcOrd="3" destOrd="0" presId="urn:microsoft.com/office/officeart/2005/8/layout/process3"/>
    <dgm:cxn modelId="{F3A92D02-3CE1-B946-B059-75A13E2E9D52}" type="presParOf" srcId="{0CECDBA8-D1E9-7A43-99D6-560837F1D5E0}" destId="{6A74F501-AD8E-6F4F-9514-7587C7312981}" srcOrd="0" destOrd="0" presId="urn:microsoft.com/office/officeart/2005/8/layout/process3"/>
    <dgm:cxn modelId="{79F8815B-BBA9-074D-A19F-2FF1F86BF90F}" type="presParOf" srcId="{C37A4B99-0CE6-B440-9C23-029A26044397}" destId="{BA28F39D-9550-0B45-87A2-D7FFB21CD319}" srcOrd="4" destOrd="0" presId="urn:microsoft.com/office/officeart/2005/8/layout/process3"/>
    <dgm:cxn modelId="{92384CDD-1CF3-C84E-A2DC-21109511DA82}" type="presParOf" srcId="{BA28F39D-9550-0B45-87A2-D7FFB21CD319}" destId="{6FBC0F43-4666-194B-A37F-DBB21C513A2C}" srcOrd="0" destOrd="0" presId="urn:microsoft.com/office/officeart/2005/8/layout/process3"/>
    <dgm:cxn modelId="{A46405D4-7799-444E-9718-04136EDF2781}" type="presParOf" srcId="{BA28F39D-9550-0B45-87A2-D7FFB21CD319}" destId="{93601123-0525-5247-A916-FE94A9499CC6}" srcOrd="1" destOrd="0" presId="urn:microsoft.com/office/officeart/2005/8/layout/process3"/>
    <dgm:cxn modelId="{6CD0EA09-DF28-3B4F-AB1C-6CF3D308AB29}" type="presParOf" srcId="{BA28F39D-9550-0B45-87A2-D7FFB21CD319}" destId="{9C916B51-DA3C-ED4F-813F-1C7FA50B43A8}" srcOrd="2" destOrd="0" presId="urn:microsoft.com/office/officeart/2005/8/layout/process3"/>
    <dgm:cxn modelId="{FB7B4C07-7712-6540-8660-52B3F4D5B926}" type="presParOf" srcId="{C37A4B99-0CE6-B440-9C23-029A26044397}" destId="{95A7A447-5BCC-6140-B556-5BDB7E67C145}" srcOrd="5" destOrd="0" presId="urn:microsoft.com/office/officeart/2005/8/layout/process3"/>
    <dgm:cxn modelId="{7F2AA508-3E2C-354D-AFAB-9EF7C7542A74}" type="presParOf" srcId="{95A7A447-5BCC-6140-B556-5BDB7E67C145}" destId="{7ACE7B63-06E2-E249-A39A-355C9A1EA77C}" srcOrd="0" destOrd="0" presId="urn:microsoft.com/office/officeart/2005/8/layout/process3"/>
    <dgm:cxn modelId="{3BE1A753-A04F-3148-9E65-F6947459AB27}" type="presParOf" srcId="{C37A4B99-0CE6-B440-9C23-029A26044397}" destId="{8AE06463-7AEB-D04F-9D77-C4AFEFBC4A37}" srcOrd="6" destOrd="0" presId="urn:microsoft.com/office/officeart/2005/8/layout/process3"/>
    <dgm:cxn modelId="{DE3DF225-36D2-904F-9EC0-0AFB2A05B53F}" type="presParOf" srcId="{8AE06463-7AEB-D04F-9D77-C4AFEFBC4A37}" destId="{D034EA27-3CC9-434F-A5B9-84A8680B6EB3}" srcOrd="0" destOrd="0" presId="urn:microsoft.com/office/officeart/2005/8/layout/process3"/>
    <dgm:cxn modelId="{629ECE63-2882-B94C-8FC8-EABD84A57C65}" type="presParOf" srcId="{8AE06463-7AEB-D04F-9D77-C4AFEFBC4A37}" destId="{F2C130EF-D7BD-4E47-8308-1D1A79ABA02E}" srcOrd="1" destOrd="0" presId="urn:microsoft.com/office/officeart/2005/8/layout/process3"/>
    <dgm:cxn modelId="{8CB32E2B-4384-DD4C-8C56-6E3EC36E65AA}" type="presParOf" srcId="{8AE06463-7AEB-D04F-9D77-C4AFEFBC4A37}" destId="{733D9693-E3FB-E44A-95AE-FF6D070A6494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795E6-B4BD-B647-B455-507D915592A2}">
      <dsp:nvSpPr>
        <dsp:cNvPr id="0" name=""/>
        <dsp:cNvSpPr/>
      </dsp:nvSpPr>
      <dsp:spPr>
        <a:xfrm>
          <a:off x="4691" y="62673"/>
          <a:ext cx="1778596" cy="727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Montserrat" pitchFamily="2" charset="77"/>
            </a:rPr>
            <a:t>1. Continuous Developing  &amp; Planning </a:t>
          </a:r>
          <a:br>
            <a:rPr lang="en-US" sz="900" kern="1200" dirty="0">
              <a:latin typeface="Montserrat" pitchFamily="2" charset="77"/>
            </a:rPr>
          </a:br>
          <a:endParaRPr lang="en-US" sz="900" kern="1200" dirty="0">
            <a:latin typeface="Montserrat" pitchFamily="2" charset="77"/>
          </a:endParaRPr>
        </a:p>
      </dsp:txBody>
      <dsp:txXfrm>
        <a:off x="4691" y="62673"/>
        <a:ext cx="1778596" cy="485319"/>
      </dsp:txXfrm>
    </dsp:sp>
    <dsp:sp modelId="{16149B7C-1A6F-104D-9CE6-79BC1C6ADBE5}">
      <dsp:nvSpPr>
        <dsp:cNvPr id="0" name=""/>
        <dsp:cNvSpPr/>
      </dsp:nvSpPr>
      <dsp:spPr>
        <a:xfrm>
          <a:off x="241483" y="547993"/>
          <a:ext cx="2033594" cy="22679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Development happens on main branch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 err="1">
              <a:latin typeface="Montserrat" pitchFamily="2" charset="77"/>
            </a:rPr>
            <a:t>Codeowners</a:t>
          </a:r>
          <a:r>
            <a:rPr lang="en-US" sz="900" kern="1200" dirty="0">
              <a:latin typeface="Montserrat" pitchFamily="2" charset="77"/>
            </a:rPr>
            <a:t> update </a:t>
          </a:r>
          <a:br>
            <a:rPr lang="en-US" sz="900" kern="1200" dirty="0">
              <a:latin typeface="Montserrat" pitchFamily="2" charset="77"/>
            </a:rPr>
          </a:br>
          <a:r>
            <a:rPr lang="en-US" sz="900" kern="1200" dirty="0">
              <a:latin typeface="Montserrat" pitchFamily="2" charset="77"/>
            </a:rPr>
            <a:t>release-plan-</a:t>
          </a:r>
          <a:r>
            <a:rPr lang="en-US" sz="900" kern="1200" dirty="0" err="1">
              <a:latin typeface="Montserrat" pitchFamily="2" charset="77"/>
            </a:rPr>
            <a:t>yaml</a:t>
          </a:r>
          <a:r>
            <a:rPr lang="en-US" sz="900" kern="1200" dirty="0">
              <a:latin typeface="Montserrat" pitchFamily="2" charset="77"/>
            </a:rPr>
            <a:t> on main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CI will validate plan &amp; content of repository at each PR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Main branch kept always as “</a:t>
          </a:r>
          <a:r>
            <a:rPr lang="en-US" sz="900" kern="1200" dirty="0" err="1">
              <a:latin typeface="Montserrat" pitchFamily="2" charset="77"/>
            </a:rPr>
            <a:t>wip</a:t>
          </a:r>
          <a:r>
            <a:rPr lang="en-US" sz="900" kern="1200" dirty="0">
              <a:latin typeface="Montserrat" pitchFamily="2" charset="77"/>
            </a:rPr>
            <a:t>”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>
            <a:latin typeface="Montserrat" pitchFamily="2" charset="77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Patch versions will be developed on maintenance branches (all the rest is the same)</a:t>
          </a:r>
        </a:p>
      </dsp:txBody>
      <dsp:txXfrm>
        <a:off x="301045" y="607555"/>
        <a:ext cx="1914470" cy="2148875"/>
      </dsp:txXfrm>
    </dsp:sp>
    <dsp:sp modelId="{14EEC014-91DB-C84B-BB60-287451A4B775}">
      <dsp:nvSpPr>
        <dsp:cNvPr id="0" name=""/>
        <dsp:cNvSpPr/>
      </dsp:nvSpPr>
      <dsp:spPr>
        <a:xfrm>
          <a:off x="2084791" y="83923"/>
          <a:ext cx="639187" cy="442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latin typeface="Montserrat" pitchFamily="2" charset="77"/>
          </a:endParaRPr>
        </a:p>
      </dsp:txBody>
      <dsp:txXfrm>
        <a:off x="2084791" y="172487"/>
        <a:ext cx="506341" cy="265691"/>
      </dsp:txXfrm>
    </dsp:sp>
    <dsp:sp modelId="{ECABD58D-33D2-F64F-92F2-0CF48693B041}">
      <dsp:nvSpPr>
        <dsp:cNvPr id="0" name=""/>
        <dsp:cNvSpPr/>
      </dsp:nvSpPr>
      <dsp:spPr>
        <a:xfrm>
          <a:off x="2989302" y="62673"/>
          <a:ext cx="1778596" cy="727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Montserrat" pitchFamily="2" charset="77"/>
            </a:rPr>
            <a:t>2. Trigger a Release, &amp; Automated Preparation</a:t>
          </a:r>
        </a:p>
      </dsp:txBody>
      <dsp:txXfrm>
        <a:off x="2989302" y="62673"/>
        <a:ext cx="1778596" cy="485319"/>
      </dsp:txXfrm>
    </dsp:sp>
    <dsp:sp modelId="{08D3FE20-C478-954D-BFBD-8BFE71180DF2}">
      <dsp:nvSpPr>
        <dsp:cNvPr id="0" name=""/>
        <dsp:cNvSpPr/>
      </dsp:nvSpPr>
      <dsp:spPr>
        <a:xfrm>
          <a:off x="3353593" y="547993"/>
          <a:ext cx="1778596" cy="22679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 err="1">
              <a:latin typeface="Montserrat" pitchFamily="2" charset="77"/>
            </a:rPr>
            <a:t>Codeowner</a:t>
          </a:r>
          <a:r>
            <a:rPr lang="en-US" sz="900" kern="1200" dirty="0">
              <a:latin typeface="Montserrat" pitchFamily="2" charset="77"/>
            </a:rPr>
            <a:t> or Maintainer will dispatch a workflow or add a label to an issue (e.g. “trigger-release”)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>
            <a:latin typeface="Montserrat" pitchFamily="2" charset="77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Automation creates dedicated release branch (e.g. release/r4.4) ...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... calculates the version from plan + Git history ...</a:t>
          </a:r>
        </a:p>
      </dsp:txBody>
      <dsp:txXfrm>
        <a:off x="3405686" y="600086"/>
        <a:ext cx="1674410" cy="2163813"/>
      </dsp:txXfrm>
    </dsp:sp>
    <dsp:sp modelId="{0CECDBA8-D1E9-7A43-99D6-560837F1D5E0}">
      <dsp:nvSpPr>
        <dsp:cNvPr id="0" name=""/>
        <dsp:cNvSpPr/>
      </dsp:nvSpPr>
      <dsp:spPr>
        <a:xfrm>
          <a:off x="5037527" y="83923"/>
          <a:ext cx="571613" cy="442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latin typeface="Montserrat" pitchFamily="2" charset="77"/>
          </a:endParaRPr>
        </a:p>
      </dsp:txBody>
      <dsp:txXfrm>
        <a:off x="5037527" y="172487"/>
        <a:ext cx="438767" cy="265691"/>
      </dsp:txXfrm>
    </dsp:sp>
    <dsp:sp modelId="{93601123-0525-5247-A916-FE94A9499CC6}">
      <dsp:nvSpPr>
        <dsp:cNvPr id="0" name=""/>
        <dsp:cNvSpPr/>
      </dsp:nvSpPr>
      <dsp:spPr>
        <a:xfrm>
          <a:off x="5846414" y="62673"/>
          <a:ext cx="1778596" cy="727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Montserrat" pitchFamily="2" charset="77"/>
            </a:rPr>
            <a:t>4. Review Release PR</a:t>
          </a:r>
        </a:p>
      </dsp:txBody>
      <dsp:txXfrm>
        <a:off x="5846414" y="62673"/>
        <a:ext cx="1778596" cy="485319"/>
      </dsp:txXfrm>
    </dsp:sp>
    <dsp:sp modelId="{9C916B51-DA3C-ED4F-813F-1C7FA50B43A8}">
      <dsp:nvSpPr>
        <dsp:cNvPr id="0" name=""/>
        <dsp:cNvSpPr/>
      </dsp:nvSpPr>
      <dsp:spPr>
        <a:xfrm>
          <a:off x="6117586" y="547993"/>
          <a:ext cx="1964833" cy="22679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... Creates a PR against the release branch with: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generated release-</a:t>
          </a:r>
          <a:r>
            <a:rPr lang="en-US" sz="900" kern="1200" dirty="0" err="1">
              <a:latin typeface="Montserrat" pitchFamily="2" charset="77"/>
            </a:rPr>
            <a:t>metadata.yaml</a:t>
          </a:r>
          <a:endParaRPr lang="en-US" sz="900" kern="1200" dirty="0">
            <a:latin typeface="Montserrat" pitchFamily="2" charset="77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Updated API and Test definition files with concrete versions (replacing “</a:t>
          </a:r>
          <a:r>
            <a:rPr lang="en-US" sz="900" kern="1200" dirty="0" err="1">
              <a:latin typeface="Montserrat" pitchFamily="2" charset="77"/>
            </a:rPr>
            <a:t>wip</a:t>
          </a:r>
          <a:r>
            <a:rPr lang="en-US" sz="900" kern="1200" dirty="0">
              <a:latin typeface="Montserrat" pitchFamily="2" charset="77"/>
            </a:rPr>
            <a:t>”)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a generated </a:t>
          </a:r>
          <a:r>
            <a:rPr lang="en-US" sz="900" kern="1200" dirty="0" err="1">
              <a:latin typeface="Montserrat" pitchFamily="2" charset="77"/>
            </a:rPr>
            <a:t>CHANGELOG.md</a:t>
          </a:r>
          <a:r>
            <a:rPr lang="en-US" sz="900" kern="1200" dirty="0">
              <a:latin typeface="Montserrat" pitchFamily="2" charset="77"/>
            </a:rPr>
            <a:t> entry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Maintainers, </a:t>
          </a:r>
          <a:r>
            <a:rPr lang="en-US" sz="900" kern="1200" dirty="0" err="1">
              <a:latin typeface="Montserrat" pitchFamily="2" charset="77"/>
            </a:rPr>
            <a:t>Codeowners</a:t>
          </a:r>
          <a:r>
            <a:rPr lang="en-US" sz="900" kern="1200" dirty="0">
              <a:latin typeface="Montserrat" pitchFamily="2" charset="77"/>
            </a:rPr>
            <a:t>, and Release Manager review &amp; adapt it</a:t>
          </a:r>
        </a:p>
      </dsp:txBody>
      <dsp:txXfrm>
        <a:off x="6175134" y="605541"/>
        <a:ext cx="1849737" cy="2152903"/>
      </dsp:txXfrm>
    </dsp:sp>
    <dsp:sp modelId="{95A7A447-5BCC-6140-B556-5BDB7E67C145}">
      <dsp:nvSpPr>
        <dsp:cNvPr id="0" name=""/>
        <dsp:cNvSpPr/>
      </dsp:nvSpPr>
      <dsp:spPr>
        <a:xfrm>
          <a:off x="7917919" y="83923"/>
          <a:ext cx="620965" cy="442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917919" y="172487"/>
        <a:ext cx="488119" cy="265691"/>
      </dsp:txXfrm>
    </dsp:sp>
    <dsp:sp modelId="{F2C130EF-D7BD-4E47-8308-1D1A79ABA02E}">
      <dsp:nvSpPr>
        <dsp:cNvPr id="0" name=""/>
        <dsp:cNvSpPr/>
      </dsp:nvSpPr>
      <dsp:spPr>
        <a:xfrm>
          <a:off x="8796644" y="62673"/>
          <a:ext cx="1778596" cy="727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Montserrat" pitchFamily="2" charset="77"/>
            </a:rPr>
            <a:t>5. Approve &amp; Publish</a:t>
          </a:r>
        </a:p>
      </dsp:txBody>
      <dsp:txXfrm>
        <a:off x="8796644" y="62673"/>
        <a:ext cx="1778596" cy="485319"/>
      </dsp:txXfrm>
    </dsp:sp>
    <dsp:sp modelId="{733D9693-E3FB-E44A-95AE-FF6D070A6494}">
      <dsp:nvSpPr>
        <dsp:cNvPr id="0" name=""/>
        <dsp:cNvSpPr/>
      </dsp:nvSpPr>
      <dsp:spPr>
        <a:xfrm>
          <a:off x="9160935" y="547993"/>
          <a:ext cx="1778596" cy="22679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Once Release Prep PR is merged, the release branch gets tagged, artifacts build, GitHub Release created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A PR is automatically created back to main to: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Append the new entry to CHANGELOG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latin typeface="Montserrat" pitchFamily="2" charset="77"/>
            </a:rPr>
            <a:t>Update </a:t>
          </a:r>
          <a:r>
            <a:rPr lang="en-US" sz="900" kern="1200" dirty="0" err="1">
              <a:latin typeface="Montserrat" pitchFamily="2" charset="77"/>
            </a:rPr>
            <a:t>README.md</a:t>
          </a:r>
          <a:r>
            <a:rPr lang="en-US" sz="900" kern="1200" dirty="0">
              <a:latin typeface="Montserrat" pitchFamily="2" charset="77"/>
            </a:rPr>
            <a:t> with links to new release</a:t>
          </a:r>
        </a:p>
      </dsp:txBody>
      <dsp:txXfrm>
        <a:off x="9213028" y="600086"/>
        <a:ext cx="1674410" cy="2163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/>
          <a:lstStyle>
            <a:lvl1pPr algn="l">
              <a:defRPr sz="14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/>
          <a:lstStyle>
            <a:lvl1pPr algn="r">
              <a:defRPr sz="1400"/>
            </a:lvl1pPr>
          </a:lstStyle>
          <a:p>
            <a:fld id="{9847C1C0-7CF7-4E43-8415-72BC7E37BCB3}" type="datetimeFigureOut">
              <a:rPr lang="de-DE" smtClean="0"/>
              <a:pPr/>
              <a:t>12.12.25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454025" y="925513"/>
            <a:ext cx="8223250" cy="462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7551" tIns="53775" rIns="107551" bIns="53775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5863591"/>
            <a:ext cx="5852160" cy="5554980"/>
          </a:xfrm>
          <a:prstGeom prst="rect">
            <a:avLst/>
          </a:prstGeom>
        </p:spPr>
        <p:txBody>
          <a:bodyPr vert="horz" lIns="107551" tIns="53775" rIns="107551" bIns="53775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11725039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 anchor="b"/>
          <a:lstStyle>
            <a:lvl1pPr algn="l">
              <a:defRPr sz="14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9" y="11725039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 anchor="b"/>
          <a:lstStyle>
            <a:lvl1pPr algn="r">
              <a:defRPr sz="1400"/>
            </a:lvl1pPr>
          </a:lstStyle>
          <a:p>
            <a:fld id="{DD817DD0-38E7-46ED-A2FE-994A5C2497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03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556048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4999758" y="6073627"/>
            <a:ext cx="1615148" cy="2619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8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324304" y="2834820"/>
            <a:ext cx="8886496" cy="221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4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/>
              <a:t>Montserrat Light</a:t>
            </a:r>
            <a:br>
              <a:rPr lang="de-DE" dirty="0"/>
            </a:br>
            <a:r>
              <a:rPr lang="de-DE" dirty="0"/>
              <a:t>Maximum 3 </a:t>
            </a:r>
            <a:r>
              <a:rPr lang="de-DE" dirty="0" err="1"/>
              <a:t>lines</a:t>
            </a:r>
            <a:br>
              <a:rPr lang="de-DE" dirty="0"/>
            </a:br>
            <a:r>
              <a:rPr lang="de-DE" dirty="0"/>
              <a:t>44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324304" y="5484422"/>
            <a:ext cx="8886496" cy="2994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0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dirty="0" err="1"/>
              <a:t>Subheading</a:t>
            </a:r>
            <a:r>
              <a:rPr lang="de-DE" dirty="0"/>
              <a:t> Montserrat Light, 20 </a:t>
            </a:r>
            <a:r>
              <a:rPr lang="de-DE" dirty="0" err="1"/>
              <a:t>pt</a:t>
            </a:r>
            <a:endParaRPr lang="de-DE" dirty="0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AC6ABFF-D74E-F3D6-83ED-D8DD4422CB8E}"/>
              </a:ext>
            </a:extLst>
          </p:cNvPr>
          <p:cNvSpPr/>
          <p:nvPr userDrawn="1"/>
        </p:nvSpPr>
        <p:spPr>
          <a:xfrm>
            <a:off x="0" y="0"/>
            <a:ext cx="11522075" cy="1467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9520B-6B70-4571-3ABC-0CFCA3485B8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39523"/>
            <a:ext cx="11522075" cy="1467434"/>
          </a:xfrm>
          <a:prstGeom prst="rect">
            <a:avLst/>
          </a:prstGeom>
        </p:spPr>
      </p:pic>
      <p:pic>
        <p:nvPicPr>
          <p:cNvPr id="3" name="Grafik 21">
            <a:extLst>
              <a:ext uri="{FF2B5EF4-FFF2-40B4-BE49-F238E27FC236}">
                <a16:creationId xmlns:a16="http://schemas.microsoft.com/office/drawing/2014/main" id="{D4C43E31-A1C6-FAA1-FEDD-3AF502BC93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88000" y="409180"/>
            <a:ext cx="5105651" cy="9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5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556048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4999758" y="6073627"/>
            <a:ext cx="1615148" cy="2619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8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324304" y="1175971"/>
            <a:ext cx="8937296" cy="410722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4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5952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747221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695EB076-E1BD-4EDF-8A49-0FFA62C17B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776754" y="470208"/>
            <a:ext cx="3482228" cy="670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5F8087-362F-E242-4E14-7355C0A919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7921869" cy="168946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3D7A036-0797-32AA-A50D-1BD3998F9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373" y="413152"/>
            <a:ext cx="10944225" cy="784516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Slide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47CA737-AEFE-339E-5D5C-2C76D186E3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373" y="1890346"/>
            <a:ext cx="10944225" cy="4124383"/>
          </a:xfrm>
        </p:spPr>
        <p:txBody>
          <a:bodyPr/>
          <a:lstStyle>
            <a:lvl1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291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09954010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270" imgH="270" progId="TCLayout.ActiveDocument.1">
                  <p:embed/>
                </p:oleObj>
              </mc:Choice>
              <mc:Fallback>
                <p:oleObj name="think-cell Folie" r:id="rId7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44373" y="1509913"/>
            <a:ext cx="10789702" cy="4325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First Level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 err="1"/>
              <a:t>Fourth</a:t>
            </a:r>
            <a:r>
              <a:rPr lang="de-DE" dirty="0"/>
              <a:t> Level</a:t>
            </a:r>
          </a:p>
          <a:p>
            <a:pPr lvl="4"/>
            <a:r>
              <a:rPr lang="de-DE" dirty="0" err="1"/>
              <a:t>Fifth</a:t>
            </a:r>
            <a:r>
              <a:rPr lang="de-DE" dirty="0"/>
              <a:t> Level</a:t>
            </a:r>
          </a:p>
          <a:p>
            <a:pPr lvl="5"/>
            <a:r>
              <a:rPr lang="de-DE" dirty="0" err="1"/>
              <a:t>Sixth</a:t>
            </a:r>
            <a:r>
              <a:rPr lang="de-DE" dirty="0"/>
              <a:t> Level</a:t>
            </a:r>
          </a:p>
          <a:p>
            <a:pPr lvl="6"/>
            <a:r>
              <a:rPr lang="de-DE" dirty="0" err="1"/>
              <a:t>Seventh</a:t>
            </a:r>
            <a:r>
              <a:rPr lang="de-DE" dirty="0"/>
              <a:t> Level</a:t>
            </a:r>
          </a:p>
          <a:p>
            <a:pPr lvl="7"/>
            <a:r>
              <a:rPr lang="de-DE" dirty="0" err="1"/>
              <a:t>Eighth</a:t>
            </a:r>
            <a:r>
              <a:rPr lang="de-DE" dirty="0"/>
              <a:t> Level</a:t>
            </a:r>
          </a:p>
          <a:p>
            <a:pPr lvl="8"/>
            <a:r>
              <a:rPr lang="de-DE" dirty="0" err="1"/>
              <a:t>Ninth</a:t>
            </a:r>
            <a:r>
              <a:rPr lang="de-DE" dirty="0"/>
              <a:t> Level</a:t>
            </a:r>
          </a:p>
        </p:txBody>
      </p:sp>
      <p:sp>
        <p:nvSpPr>
          <p:cNvPr id="77" name="Textfeld 76"/>
          <p:cNvSpPr txBox="1"/>
          <p:nvPr userDrawn="1"/>
        </p:nvSpPr>
        <p:spPr>
          <a:xfrm>
            <a:off x="10412349" y="6149685"/>
            <a:ext cx="820800" cy="1764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FAAB48A4-D341-4AE9-8566-EA7878570C6A}" type="slidenum">
              <a:rPr lang="de-DE" sz="900" b="1" i="0" smtClean="0">
                <a:solidFill>
                  <a:srgbClr val="3A9BF3"/>
                </a:solidFill>
                <a:latin typeface="Montserrat" pitchFamily="2" charset="77"/>
                <a:ea typeface="Typold Book" panose="020B0004030204060B03" pitchFamily="34" charset="0"/>
              </a:rPr>
              <a:pPr algn="r"/>
              <a:t>‹#›</a:t>
            </a:fld>
            <a:endParaRPr lang="en-US" sz="900" b="1" i="0" dirty="0">
              <a:solidFill>
                <a:srgbClr val="3A9BF3"/>
              </a:solidFill>
              <a:latin typeface="Montserrat" pitchFamily="2" charset="77"/>
              <a:ea typeface="Typold Book" panose="020B0004030204060B03" pitchFamily="34" charset="0"/>
            </a:endParaRPr>
          </a:p>
        </p:txBody>
      </p:sp>
      <p:grpSp>
        <p:nvGrpSpPr>
          <p:cNvPr id="138" name="Gruppieren 137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39" name="Gruppieren 138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66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uppieren 139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59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uppieren 140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51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uppieren 141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43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Titelplatzhalter 1">
            <a:extLst>
              <a:ext uri="{FF2B5EF4-FFF2-40B4-BE49-F238E27FC236}">
                <a16:creationId xmlns:a16="http://schemas.microsoft.com/office/drawing/2014/main" id="{2CE2C321-820B-44F0-91B6-851AE3C277D4}"/>
              </a:ext>
            </a:extLst>
          </p:cNvPr>
          <p:cNvSpPr txBox="1">
            <a:spLocks/>
          </p:cNvSpPr>
          <p:nvPr userDrawn="1"/>
        </p:nvSpPr>
        <p:spPr>
          <a:xfrm>
            <a:off x="444373" y="413152"/>
            <a:ext cx="10944225" cy="78451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rgbClr val="004750"/>
                </a:solidFill>
                <a:latin typeface="FlexoSoft" panose="02000000000000000000" pitchFamily="2" charset="0"/>
                <a:ea typeface="Typold Book" panose="020B0004030204060B03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79288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8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baseline="0">
          <a:solidFill>
            <a:srgbClr val="004750"/>
          </a:solidFill>
          <a:latin typeface="FlexoSoft" panose="02000000000000000000" pitchFamily="2" charset="0"/>
          <a:ea typeface="Typold Book" panose="020B0004030204060B03" pitchFamily="34" charset="0"/>
          <a:cs typeface="Arial" panose="020B0604020202020204" pitchFamily="34" charset="0"/>
        </a:defRPr>
      </a:lvl1pPr>
    </p:titleStyle>
    <p:bodyStyle>
      <a:lvl1pPr marL="0" indent="0" algn="l" defTabSz="457200" rtl="0" eaLnBrk="1" latinLnBrk="0" hangingPunct="1">
        <a:lnSpc>
          <a:spcPct val="104000"/>
        </a:lnSpc>
        <a:spcBef>
          <a:spcPts val="1200"/>
        </a:spcBef>
        <a:buFont typeface="Arial" panose="020B0604020202020204" pitchFamily="34" charset="0"/>
        <a:buNone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1800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360000" indent="-180000" algn="l" defTabSz="439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5616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7560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 baseline="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93186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6pPr>
      <a:lvl7pPr marL="109061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7pPr>
      <a:lvl8pPr marL="128111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8pPr>
      <a:lvl9pPr marL="1474788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80E_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324303" y="2834820"/>
            <a:ext cx="10364934" cy="2217600"/>
          </a:xfrm>
        </p:spPr>
        <p:txBody>
          <a:bodyPr/>
          <a:lstStyle/>
          <a:p>
            <a:r>
              <a:rPr lang="en-US" noProof="1"/>
              <a:t>Release Process Update</a:t>
            </a:r>
            <a:br>
              <a:rPr lang="en-US" noProof="1"/>
            </a:br>
            <a:r>
              <a:rPr lang="en-US" sz="2400" noProof="1"/>
              <a:t>Introduction to the Automated Release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324304" y="5484422"/>
            <a:ext cx="8886496" cy="303416"/>
          </a:xfrm>
        </p:spPr>
        <p:txBody>
          <a:bodyPr/>
          <a:lstStyle/>
          <a:p>
            <a:r>
              <a:rPr lang="en-US" noProof="1"/>
              <a:t>Release Management Working Group,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92777" y="1890346"/>
            <a:ext cx="10395821" cy="4124383"/>
          </a:xfrm>
        </p:spPr>
        <p:txBody>
          <a:bodyPr/>
          <a:lstStyle/>
          <a:p>
            <a:endParaRPr dirty="0"/>
          </a:p>
          <a:p>
            <a:r>
              <a:rPr b="1" dirty="0"/>
              <a:t>Current Challenges:</a:t>
            </a:r>
          </a:p>
          <a:p>
            <a:pPr lvl="1"/>
            <a:r>
              <a:rPr dirty="0"/>
              <a:t>Manual Overhead: Time-consuming </a:t>
            </a:r>
            <a:r>
              <a:rPr lang="de-DE" dirty="0"/>
              <a:t>release </a:t>
            </a:r>
            <a:r>
              <a:rPr lang="de-DE" dirty="0" err="1"/>
              <a:t>trackers</a:t>
            </a:r>
            <a:r>
              <a:rPr lang="de-DE" dirty="0"/>
              <a:t>, </a:t>
            </a:r>
            <a:r>
              <a:rPr lang="de-DE" dirty="0" err="1"/>
              <a:t>checklists</a:t>
            </a:r>
            <a:r>
              <a:rPr lang="de-DE" dirty="0"/>
              <a:t>, </a:t>
            </a:r>
            <a:br>
              <a:rPr lang="de-DE" dirty="0"/>
            </a:br>
            <a:r>
              <a:rPr dirty="0"/>
              <a:t>release notes, </a:t>
            </a:r>
            <a:r>
              <a:rPr lang="de-DE" dirty="0" err="1"/>
              <a:t>reviews</a:t>
            </a:r>
            <a:r>
              <a:rPr lang="de-DE" dirty="0"/>
              <a:t> and </a:t>
            </a:r>
            <a:r>
              <a:rPr dirty="0"/>
              <a:t>tagging.</a:t>
            </a:r>
          </a:p>
          <a:p>
            <a:pPr lvl="1"/>
            <a:r>
              <a:rPr lang="de-DE" dirty="0"/>
              <a:t>I</a:t>
            </a:r>
            <a:r>
              <a:rPr dirty="0" err="1"/>
              <a:t>nconsistency</a:t>
            </a:r>
            <a:r>
              <a:rPr dirty="0"/>
              <a:t>: Varying artifacts &amp; quality across APIs.</a:t>
            </a:r>
          </a:p>
          <a:p>
            <a:pPr lvl="1"/>
            <a:r>
              <a:rPr dirty="0"/>
              <a:t>Versioning Errors: Manual </a:t>
            </a:r>
            <a:r>
              <a:rPr dirty="0" err="1"/>
              <a:t>SemVer</a:t>
            </a:r>
            <a:r>
              <a:rPr dirty="0"/>
              <a:t> mistakes</a:t>
            </a:r>
            <a:r>
              <a:rPr lang="de-DE" dirty="0"/>
              <a:t>, </a:t>
            </a:r>
            <a:r>
              <a:rPr lang="de-DE" dirty="0" err="1"/>
              <a:t>overseen</a:t>
            </a:r>
            <a:r>
              <a:rPr lang="de-DE" dirty="0"/>
              <a:t> </a:t>
            </a:r>
            <a:r>
              <a:rPr lang="de-DE" dirty="0" err="1"/>
              <a:t>replacements</a:t>
            </a:r>
            <a:endParaRPr dirty="0"/>
          </a:p>
          <a:p>
            <a:endParaRPr dirty="0"/>
          </a:p>
          <a:p>
            <a:r>
              <a:rPr b="1" dirty="0"/>
              <a:t>Objectives of the New Process:</a:t>
            </a:r>
          </a:p>
          <a:p>
            <a:pPr lvl="1"/>
            <a:r>
              <a:rPr dirty="0"/>
              <a:t>Automation: Generate artifacts (Changelog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, </a:t>
            </a:r>
            <a:r>
              <a:rPr lang="de-DE" dirty="0" err="1"/>
              <a:t>checklist</a:t>
            </a:r>
            <a:r>
              <a:rPr lang="de-DE" dirty="0"/>
              <a:t>, </a:t>
            </a:r>
            <a:r>
              <a:rPr lang="de-DE" dirty="0" err="1"/>
              <a:t>versioned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, …</a:t>
            </a:r>
            <a:r>
              <a:rPr dirty="0"/>
              <a:t>)</a:t>
            </a:r>
            <a:endParaRPr lang="de-DE" dirty="0"/>
          </a:p>
          <a:p>
            <a:pPr lvl="1"/>
            <a:r>
              <a:rPr dirty="0"/>
              <a:t>Consistency: Uniform structure across repositories.</a:t>
            </a:r>
          </a:p>
          <a:p>
            <a:pPr lvl="1"/>
            <a:r>
              <a:rPr dirty="0"/>
              <a:t>Reliability: Strict </a:t>
            </a:r>
            <a:r>
              <a:rPr dirty="0" err="1"/>
              <a:t>SemVer</a:t>
            </a:r>
            <a:r>
              <a:rPr dirty="0"/>
              <a:t> &amp; release readiness standards.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07AB2-F2C3-4731-FB6B-89E3687FF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99" y="3822626"/>
            <a:ext cx="1497638" cy="1497638"/>
          </a:xfrm>
          <a:prstGeom prst="rect">
            <a:avLst/>
          </a:prstGeom>
        </p:spPr>
      </p:pic>
      <p:pic>
        <p:nvPicPr>
          <p:cNvPr id="7" name="Picture 6" descr="A graphic of a manual legacy process&#10;&#10;AI-generated content may be incorrect.">
            <a:extLst>
              <a:ext uri="{FF2B5EF4-FFF2-40B4-BE49-F238E27FC236}">
                <a16:creationId xmlns:a16="http://schemas.microsoft.com/office/drawing/2014/main" id="{2849C75E-7B20-D4F7-7F45-54C8312C4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086" y="2246375"/>
            <a:ext cx="1576251" cy="1576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Legacy vs. New Process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39508"/>
              </p:ext>
            </p:extLst>
          </p:nvPr>
        </p:nvGraphicFramePr>
        <p:xfrm>
          <a:off x="562414" y="1810651"/>
          <a:ext cx="10197818" cy="4017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3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376"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Legacy Process (Wiki/Manual)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New Process (Metadata/Automated)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15"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Manual updates in Wiki, duplication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Plan living in repository:</a:t>
                      </a:r>
                      <a:br>
                        <a:rPr lang="en-US" sz="1600" noProof="1">
                          <a:latin typeface="Montserrat" pitchFamily="2" charset="77"/>
                        </a:rPr>
                      </a:br>
                      <a:r>
                        <a:rPr lang="en-US" sz="1600" noProof="1">
                          <a:latin typeface="Montserrat" pitchFamily="2" charset="77"/>
                        </a:rPr>
                        <a:t>release-plan.yaml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376"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Manually decided &amp;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Calculated from plan + git history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537"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Manually written release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Auto-generated release-metadata.yaml </a:t>
                      </a:r>
                      <a:br>
                        <a:rPr lang="en-US" sz="1600" noProof="1">
                          <a:latin typeface="Montserrat" pitchFamily="2" charset="77"/>
                        </a:rPr>
                      </a:br>
                      <a:r>
                        <a:rPr lang="en-US" sz="1600" noProof="1">
                          <a:latin typeface="Montserrat" pitchFamily="2" charset="77"/>
                        </a:rPr>
                        <a:t>&amp; release notes (later phase)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376"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Branching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Ad-hoc or strict GitFlow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Automated release/rX.Y branches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815"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Time consuming manual checks at release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CI checks planning &amp; readiness continuously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821230-EF79-D5D4-53A0-F8ED7445DAAD}"/>
              </a:ext>
            </a:extLst>
          </p:cNvPr>
          <p:cNvSpPr txBox="1"/>
          <p:nvPr/>
        </p:nvSpPr>
        <p:spPr>
          <a:xfrm>
            <a:off x="2520360" y="5856342"/>
            <a:ext cx="9372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3A9BF3"/>
                </a:solidFill>
                <a:latin typeface="Montserrat" pitchFamily="2" charset="77"/>
              </a:rPr>
              <a:t>https://</a:t>
            </a:r>
            <a:r>
              <a:rPr lang="en-US" sz="1100" dirty="0" err="1">
                <a:solidFill>
                  <a:srgbClr val="3A9BF3"/>
                </a:solidFill>
                <a:latin typeface="Montserrat" pitchFamily="2" charset="77"/>
              </a:rPr>
              <a:t>github.com</a:t>
            </a:r>
            <a:r>
              <a:rPr lang="en-US" sz="1100" dirty="0">
                <a:solidFill>
                  <a:srgbClr val="3A9BF3"/>
                </a:solidFill>
                <a:latin typeface="Montserrat" pitchFamily="2" charset="77"/>
              </a:rPr>
              <a:t>/</a:t>
            </a:r>
            <a:r>
              <a:rPr lang="en-US" sz="1100" dirty="0" err="1">
                <a:solidFill>
                  <a:srgbClr val="3A9BF3"/>
                </a:solidFill>
                <a:latin typeface="Montserrat" pitchFamily="2" charset="77"/>
              </a:rPr>
              <a:t>camaraproject</a:t>
            </a:r>
            <a:r>
              <a:rPr lang="en-US" sz="1100" dirty="0">
                <a:solidFill>
                  <a:srgbClr val="3A9BF3"/>
                </a:solidFill>
                <a:latin typeface="Montserrat" pitchFamily="2" charset="77"/>
              </a:rPr>
              <a:t>/</a:t>
            </a:r>
            <a:r>
              <a:rPr lang="en-US" sz="1100" dirty="0" err="1">
                <a:solidFill>
                  <a:srgbClr val="3A9BF3"/>
                </a:solidFill>
                <a:latin typeface="Montserrat" pitchFamily="2" charset="77"/>
              </a:rPr>
              <a:t>ReleaseManagement</a:t>
            </a:r>
            <a:r>
              <a:rPr lang="en-US" sz="1100" dirty="0">
                <a:solidFill>
                  <a:srgbClr val="3A9BF3"/>
                </a:solidFill>
                <a:latin typeface="Montserrat" pitchFamily="2" charset="77"/>
              </a:rPr>
              <a:t>/blob/main/documentation/</a:t>
            </a:r>
            <a:br>
              <a:rPr lang="en-US" sz="1100" dirty="0">
                <a:solidFill>
                  <a:srgbClr val="3A9BF3"/>
                </a:solidFill>
                <a:latin typeface="Montserrat" pitchFamily="2" charset="77"/>
              </a:rPr>
            </a:br>
            <a:r>
              <a:rPr lang="en-US" sz="1100" dirty="0" err="1">
                <a:solidFill>
                  <a:srgbClr val="3A9BF3"/>
                </a:solidFill>
                <a:latin typeface="Montserrat" pitchFamily="2" charset="77"/>
              </a:rPr>
              <a:t>SupportingDocuments</a:t>
            </a:r>
            <a:r>
              <a:rPr lang="en-US" sz="1100" dirty="0">
                <a:solidFill>
                  <a:srgbClr val="3A9BF3"/>
                </a:solidFill>
                <a:latin typeface="Montserrat" pitchFamily="2" charset="77"/>
              </a:rPr>
              <a:t>/CAMARA-Release-Workflow-and-Metadata-</a:t>
            </a:r>
            <a:r>
              <a:rPr lang="en-US" sz="1100" dirty="0" err="1">
                <a:solidFill>
                  <a:srgbClr val="3A9BF3"/>
                </a:solidFill>
                <a:latin typeface="Montserrat" pitchFamily="2" charset="77"/>
              </a:rPr>
              <a:t>Concept.md</a:t>
            </a:r>
            <a:endParaRPr lang="en-US" sz="1100" dirty="0">
              <a:solidFill>
                <a:srgbClr val="3A9BF3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Key Concept: The Control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971" y="1894668"/>
            <a:ext cx="4584909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noProof="1">
                <a:latin typeface="Montserrat" pitchFamily="2" charset="77"/>
              </a:rPr>
              <a:t>release-plan.yaml (The Intent)</a:t>
            </a:r>
          </a:p>
          <a:p>
            <a:r>
              <a:rPr lang="en-US" sz="1600" noProof="1">
                <a:latin typeface="Montserrat" pitchFamily="2" charset="77"/>
              </a:rPr>
              <a:t>Where: On main branch.</a:t>
            </a:r>
          </a:p>
          <a:p>
            <a:r>
              <a:rPr lang="en-US" sz="1600" noProof="1">
                <a:latin typeface="Montserrat" pitchFamily="2" charset="77"/>
              </a:rPr>
              <a:t>Who Edits: Codeowners.</a:t>
            </a:r>
          </a:p>
          <a:p>
            <a:r>
              <a:rPr lang="en-US" sz="1600" noProof="1">
                <a:latin typeface="Montserrat" pitchFamily="2" charset="77"/>
              </a:rPr>
              <a:t>Purpose: Tells automation what to do next.</a:t>
            </a:r>
          </a:p>
        </p:txBody>
      </p:sp>
      <p:pic>
        <p:nvPicPr>
          <p:cNvPr id="6" name="Picture 5" descr="release_metadata_record_176520874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80" y="1901565"/>
            <a:ext cx="979891" cy="979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9198" y="1847143"/>
            <a:ext cx="409599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noProof="1">
                <a:latin typeface="Montserrat" pitchFamily="2" charset="77"/>
              </a:rPr>
              <a:t>release-metadata.yaml (The Record)</a:t>
            </a:r>
          </a:p>
          <a:p>
            <a:r>
              <a:rPr lang="en-US" sz="1600" noProof="1">
                <a:latin typeface="Montserrat" pitchFamily="2" charset="77"/>
              </a:rPr>
              <a:t>Where: On release tags.</a:t>
            </a:r>
          </a:p>
          <a:p>
            <a:r>
              <a:rPr lang="en-US" sz="1600" noProof="1">
                <a:latin typeface="Montserrat" pitchFamily="2" charset="77"/>
              </a:rPr>
              <a:t>Who Edits: Automation (Robot).</a:t>
            </a:r>
          </a:p>
          <a:p>
            <a:r>
              <a:rPr lang="en-US" sz="1600" noProof="1">
                <a:latin typeface="Montserrat" pitchFamily="2" charset="77"/>
              </a:rPr>
              <a:t>Purpose: Frozen historical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880" y="3105797"/>
            <a:ext cx="4647426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Example:</a:t>
            </a:r>
            <a:br>
              <a:rPr lang="en-US" sz="1000" noProof="1">
                <a:latin typeface="Courier New"/>
              </a:rPr>
            </a:br>
            <a:br>
              <a:rPr lang="en-US" sz="1000" noProof="1">
                <a:latin typeface="Courier New"/>
              </a:rPr>
            </a:br>
            <a:r>
              <a:rPr lang="en-US" sz="1000" noProof="1">
                <a:latin typeface="Courier New"/>
              </a:rPr>
              <a:t>repository: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repository_name: ExampleRepository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release_tag: r3.2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release_date: "2026-09-30T10:00:00Z"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release_type: pre-release-rc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src_commit_sha: 7f3a9b2c8e1d4f6a0b5c7e9d3f8a1c4e6b9d2f5a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release_notes: "Public release of ..."</a:t>
            </a:r>
          </a:p>
          <a:p>
            <a:pPr>
              <a:defRPr sz="1000">
                <a:latin typeface="Courier New"/>
              </a:defRPr>
            </a:pPr>
            <a:endParaRPr lang="en-US" sz="10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dependencies: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commonalities_release: r4.4 (1.0.1)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identity_consent_management_release: r4.3 (1.0.0)</a:t>
            </a:r>
          </a:p>
          <a:p>
            <a:pPr>
              <a:defRPr sz="1000">
                <a:latin typeface="Courier New"/>
              </a:defRPr>
            </a:pPr>
            <a:endParaRPr lang="en-US" sz="10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apis: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- api_name: my-example-api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api_version: 1.0.0</a:t>
            </a:r>
            <a:r>
              <a:rPr lang="en-US" sz="1000" noProof="1">
                <a:solidFill>
                  <a:srgbClr val="FF0000"/>
                </a:solidFill>
                <a:latin typeface="Courier New"/>
              </a:rPr>
              <a:t>-rc.2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api_title: "Quality On Demand"</a:t>
            </a:r>
          </a:p>
        </p:txBody>
      </p:sp>
      <p:pic>
        <p:nvPicPr>
          <p:cNvPr id="10" name="Picture 9" descr="A blue and white notepad with a dart and a target&#10;&#10;AI-generated content may be incorrect.">
            <a:extLst>
              <a:ext uri="{FF2B5EF4-FFF2-40B4-BE49-F238E27FC236}">
                <a16:creationId xmlns:a16="http://schemas.microsoft.com/office/drawing/2014/main" id="{8D4B563D-5649-AAAD-217F-087B84455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29" y="1885573"/>
            <a:ext cx="1237642" cy="12376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708E49-4069-681F-A5EC-0F5DFB34BC9C}"/>
              </a:ext>
            </a:extLst>
          </p:cNvPr>
          <p:cNvSpPr txBox="1"/>
          <p:nvPr/>
        </p:nvSpPr>
        <p:spPr>
          <a:xfrm>
            <a:off x="376411" y="3106183"/>
            <a:ext cx="3493264" cy="301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Example:</a:t>
            </a:r>
            <a:br>
              <a:rPr lang="en-US" sz="1000" noProof="1">
                <a:latin typeface="Courier New"/>
              </a:rPr>
            </a:br>
            <a:br>
              <a:rPr lang="en-US" sz="1000" noProof="1">
                <a:latin typeface="Courier New"/>
              </a:rPr>
            </a:br>
            <a:r>
              <a:rPr lang="en-US" sz="1000" noProof="1">
                <a:latin typeface="Courier New"/>
              </a:rPr>
              <a:t>repository: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release_track: meta-release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meta_release: Fall26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release_tag: r3.2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target_release_type: pre-release-rc</a:t>
            </a:r>
          </a:p>
          <a:p>
            <a:pPr>
              <a:defRPr sz="1000">
                <a:latin typeface="Courier New"/>
              </a:defRPr>
            </a:pPr>
            <a:endParaRPr lang="en-US" sz="10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dependencies: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commonalities_release: r4.4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identity_consent_management_release: r4.3</a:t>
            </a:r>
          </a:p>
          <a:p>
            <a:pPr>
              <a:defRPr sz="1000">
                <a:latin typeface="Courier New"/>
              </a:defRPr>
            </a:pPr>
            <a:endParaRPr lang="en-US" sz="10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apis: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- api_name: my-example-api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target_api_version: 1.0.0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target_api_status: rc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main_contacts: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  - @contact1</a:t>
            </a:r>
          </a:p>
          <a:p>
            <a:pPr>
              <a:defRPr sz="1000">
                <a:latin typeface="Courier New"/>
              </a:defRPr>
            </a:pPr>
            <a:r>
              <a:rPr lang="en-US" sz="1000" noProof="1">
                <a:latin typeface="Courier New"/>
              </a:rPr>
              <a:t>      - @contact2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6BD25-B8B6-0BCD-E772-DAB586B0946F}"/>
              </a:ext>
            </a:extLst>
          </p:cNvPr>
          <p:cNvSpPr txBox="1"/>
          <p:nvPr/>
        </p:nvSpPr>
        <p:spPr>
          <a:xfrm>
            <a:off x="3028132" y="6122007"/>
            <a:ext cx="61090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A9BF3"/>
                </a:solidFill>
                <a:latin typeface="Montserrat" pitchFamily="2" charset="77"/>
              </a:rPr>
              <a:t>https://</a:t>
            </a:r>
            <a:r>
              <a:rPr lang="en-US" sz="1400" dirty="0" err="1">
                <a:solidFill>
                  <a:srgbClr val="3A9BF3"/>
                </a:solidFill>
                <a:latin typeface="Montserrat" pitchFamily="2" charset="77"/>
              </a:rPr>
              <a:t>github.com</a:t>
            </a:r>
            <a:r>
              <a:rPr lang="en-US" sz="1400" dirty="0">
                <a:solidFill>
                  <a:srgbClr val="3A9BF3"/>
                </a:solidFill>
                <a:latin typeface="Montserrat" pitchFamily="2" charset="77"/>
              </a:rPr>
              <a:t>/</a:t>
            </a:r>
            <a:r>
              <a:rPr lang="en-US" sz="1400" dirty="0" err="1">
                <a:solidFill>
                  <a:srgbClr val="3A9BF3"/>
                </a:solidFill>
                <a:latin typeface="Montserrat" pitchFamily="2" charset="77"/>
              </a:rPr>
              <a:t>camaraproject</a:t>
            </a:r>
            <a:r>
              <a:rPr lang="en-US" sz="1400" dirty="0">
                <a:solidFill>
                  <a:srgbClr val="3A9BF3"/>
                </a:solidFill>
                <a:latin typeface="Montserrat" pitchFamily="2" charset="77"/>
              </a:rPr>
              <a:t>/</a:t>
            </a:r>
            <a:r>
              <a:rPr lang="en-US" sz="1400" dirty="0" err="1">
                <a:solidFill>
                  <a:srgbClr val="3A9BF3"/>
                </a:solidFill>
                <a:latin typeface="Montserrat" pitchFamily="2" charset="77"/>
              </a:rPr>
              <a:t>ReleaseManagement</a:t>
            </a:r>
            <a:r>
              <a:rPr lang="en-US" sz="1400" dirty="0">
                <a:solidFill>
                  <a:srgbClr val="3A9BF3"/>
                </a:solidFill>
                <a:latin typeface="Montserrat" pitchFamily="2" charset="77"/>
              </a:rPr>
              <a:t>/pull/339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Release Workflow &amp; Details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AC66F61-C7D7-19CE-6289-20A0BB41F5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58473"/>
              </p:ext>
            </p:extLst>
          </p:nvPr>
        </p:nvGraphicFramePr>
        <p:xfrm>
          <a:off x="282576" y="2065866"/>
          <a:ext cx="10944224" cy="287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Arc 30">
            <a:extLst>
              <a:ext uri="{FF2B5EF4-FFF2-40B4-BE49-F238E27FC236}">
                <a16:creationId xmlns:a16="http://schemas.microsoft.com/office/drawing/2014/main" id="{693C4031-5D10-828D-A16D-B4BFC0B38B9C}"/>
              </a:ext>
            </a:extLst>
          </p:cNvPr>
          <p:cNvSpPr/>
          <p:nvPr/>
        </p:nvSpPr>
        <p:spPr>
          <a:xfrm rot="5400000">
            <a:off x="4267195" y="1950724"/>
            <a:ext cx="557351" cy="5695402"/>
          </a:xfrm>
          <a:prstGeom prst="arc">
            <a:avLst>
              <a:gd name="adj1" fmla="val 16210069"/>
              <a:gd name="adj2" fmla="val 5372228"/>
            </a:avLst>
          </a:prstGeom>
          <a:ln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B52097C0-06D1-CB9F-BD36-4E95F9F0071E}"/>
              </a:ext>
            </a:extLst>
          </p:cNvPr>
          <p:cNvSpPr/>
          <p:nvPr/>
        </p:nvSpPr>
        <p:spPr>
          <a:xfrm rot="5400000">
            <a:off x="4357683" y="66272"/>
            <a:ext cx="2544815" cy="9466216"/>
          </a:xfrm>
          <a:prstGeom prst="arc">
            <a:avLst>
              <a:gd name="adj1" fmla="val 16210069"/>
              <a:gd name="adj2" fmla="val 5379372"/>
            </a:avLst>
          </a:prstGeom>
          <a:ln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16067C2-7597-5EE2-8FDE-998F0B9B71BF}"/>
              </a:ext>
            </a:extLst>
          </p:cNvPr>
          <p:cNvSpPr/>
          <p:nvPr/>
        </p:nvSpPr>
        <p:spPr>
          <a:xfrm>
            <a:off x="5761036" y="4911637"/>
            <a:ext cx="1332093" cy="740225"/>
          </a:xfrm>
          <a:prstGeom prst="roundRect">
            <a:avLst>
              <a:gd name="adj" fmla="val 288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Montserrat" pitchFamily="2" charset="77"/>
              </a:rPr>
              <a:t>If correction are needed: delete branch, fix in main, retrigger release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F72EC95-6145-7CF9-7EAA-4630674FC621}"/>
              </a:ext>
            </a:extLst>
          </p:cNvPr>
          <p:cNvSpPr/>
          <p:nvPr/>
        </p:nvSpPr>
        <p:spPr>
          <a:xfrm>
            <a:off x="8299584" y="5281749"/>
            <a:ext cx="2211661" cy="622662"/>
          </a:xfrm>
          <a:prstGeom prst="roundRect">
            <a:avLst>
              <a:gd name="adj" fmla="val 288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Montserrat" pitchFamily="2" charset="77"/>
              </a:rPr>
              <a:t>release-</a:t>
            </a:r>
            <a:r>
              <a:rPr lang="en-US" sz="900" dirty="0" err="1">
                <a:latin typeface="Montserrat" pitchFamily="2" charset="77"/>
              </a:rPr>
              <a:t>plan.yaml</a:t>
            </a:r>
            <a:r>
              <a:rPr lang="en-US" sz="900" dirty="0">
                <a:latin typeface="Montserrat" pitchFamily="2" charset="77"/>
              </a:rPr>
              <a:t> will not be reset. Reflects last release until new plan is created. By the team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Release Tracks</a:t>
            </a:r>
            <a:br>
              <a:rPr lang="de-DE" dirty="0"/>
            </a:br>
            <a:r>
              <a:rPr lang="de-DE" dirty="0"/>
              <a:t>Independent </a:t>
            </a:r>
            <a:r>
              <a:rPr lang="de-DE" dirty="0" err="1"/>
              <a:t>or</a:t>
            </a:r>
            <a:r>
              <a:rPr lang="de-DE" dirty="0"/>
              <a:t> Meta-Release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sz="1600" dirty="0"/>
              <a:t>Not all APIs move at the same speed.</a:t>
            </a:r>
            <a:br>
              <a:rPr lang="de-DE" sz="1600" dirty="0"/>
            </a:br>
            <a:endParaRPr lang="de-DE" sz="1600" b="1" dirty="0"/>
          </a:p>
          <a:p>
            <a:r>
              <a:rPr sz="1600" b="1" dirty="0"/>
              <a:t>1. Meta-Release Track (Coordinated)</a:t>
            </a:r>
          </a:p>
          <a:p>
            <a:pPr lvl="1"/>
            <a:r>
              <a:rPr sz="1600" dirty="0"/>
              <a:t>Aligned with CAMARA-wide </a:t>
            </a:r>
            <a:br>
              <a:rPr lang="de-DE" sz="1600" dirty="0"/>
            </a:br>
            <a:r>
              <a:rPr sz="1600" dirty="0"/>
              <a:t>Spring/Fall releases.</a:t>
            </a:r>
          </a:p>
          <a:p>
            <a:pPr lvl="1"/>
            <a:r>
              <a:rPr sz="1600" dirty="0"/>
              <a:t>Strict deadlines (Code Freeze).</a:t>
            </a:r>
          </a:p>
          <a:p>
            <a:pPr lvl="1"/>
            <a:r>
              <a:rPr lang="en-US" sz="1600" noProof="0" dirty="0"/>
              <a:t>Good for mature and stable APIs.</a:t>
            </a:r>
          </a:p>
          <a:p>
            <a:endParaRPr lang="de-DE" sz="1600" b="1" dirty="0"/>
          </a:p>
          <a:p>
            <a:r>
              <a:rPr sz="1600" b="1" dirty="0"/>
              <a:t>2. Independent</a:t>
            </a:r>
            <a:r>
              <a:rPr lang="de-DE" sz="1600" b="1" dirty="0"/>
              <a:t> Track (e.g. Sandbox </a:t>
            </a:r>
            <a:r>
              <a:rPr lang="en-US" sz="1600" b="1" noProof="0" dirty="0"/>
              <a:t>Repositories</a:t>
            </a:r>
            <a:r>
              <a:rPr lang="de-DE" sz="1600" b="1" dirty="0"/>
              <a:t>)</a:t>
            </a:r>
            <a:endParaRPr sz="1600" b="1" dirty="0"/>
          </a:p>
          <a:p>
            <a:pPr lvl="1"/>
            <a:r>
              <a:rPr sz="1600" dirty="0"/>
              <a:t>For experimental or new APIs.</a:t>
            </a:r>
          </a:p>
          <a:p>
            <a:pPr lvl="1"/>
            <a:r>
              <a:rPr sz="1600" dirty="0"/>
              <a:t>Release whenever you want.</a:t>
            </a:r>
          </a:p>
          <a:p>
            <a:pPr lvl="1"/>
            <a:r>
              <a:rPr sz="1600" dirty="0"/>
              <a:t>Good for rapid iteration and feedback.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B934D-365C-7582-935A-D209A1CCA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668" y="2151543"/>
            <a:ext cx="7113614" cy="2181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44372" y="1733592"/>
            <a:ext cx="10944225" cy="4124383"/>
          </a:xfrm>
        </p:spPr>
        <p:txBody>
          <a:bodyPr/>
          <a:lstStyle/>
          <a:p>
            <a:r>
              <a:rPr lang="en-US" b="1" noProof="0" dirty="0"/>
              <a:t>Status:</a:t>
            </a:r>
          </a:p>
          <a:p>
            <a:pPr lvl="1"/>
            <a:r>
              <a:rPr lang="en-US" noProof="0" dirty="0"/>
              <a:t>New process defined, implementation in progress.</a:t>
            </a:r>
          </a:p>
          <a:p>
            <a:pPr lvl="1"/>
            <a:r>
              <a:rPr lang="en-US" noProof="0" dirty="0"/>
              <a:t>First step is the roll-out of release-</a:t>
            </a:r>
            <a:r>
              <a:rPr lang="en-US" noProof="0" dirty="0" err="1"/>
              <a:t>plan.yaml</a:t>
            </a:r>
            <a:r>
              <a:rPr lang="en-US" noProof="0" dirty="0"/>
              <a:t> to all API repositories in January</a:t>
            </a:r>
          </a:p>
          <a:p>
            <a:pPr lvl="1"/>
            <a:r>
              <a:rPr lang="en-US" noProof="0" dirty="0"/>
              <a:t>Will immediately replace Release tracker pages in Wiki – win/win for </a:t>
            </a:r>
            <a:r>
              <a:rPr lang="en-US" noProof="0" dirty="0" err="1"/>
              <a:t>ReleaseManagement</a:t>
            </a:r>
            <a:r>
              <a:rPr lang="en-US" noProof="0" dirty="0"/>
              <a:t> and </a:t>
            </a:r>
            <a:r>
              <a:rPr lang="en-US" noProof="0" dirty="0" err="1"/>
              <a:t>Codeowners</a:t>
            </a:r>
            <a:endParaRPr lang="en-US" noProof="0" dirty="0"/>
          </a:p>
          <a:p>
            <a:r>
              <a:rPr lang="en-US" b="1" noProof="0" dirty="0"/>
              <a:t>Pilot Phase:</a:t>
            </a:r>
          </a:p>
          <a:p>
            <a:pPr lvl="1"/>
            <a:r>
              <a:rPr lang="en-US" noProof="0" dirty="0"/>
              <a:t>Testing begins in January 2026.</a:t>
            </a:r>
          </a:p>
          <a:p>
            <a:pPr lvl="1"/>
            <a:r>
              <a:rPr lang="en-US" noProof="0" dirty="0"/>
              <a:t>Selected repositories will pilot the automation first.</a:t>
            </a:r>
          </a:p>
          <a:p>
            <a:r>
              <a:rPr lang="en-US" b="1" noProof="0" dirty="0"/>
              <a:t>Rollout:</a:t>
            </a:r>
          </a:p>
          <a:p>
            <a:pPr lvl="1"/>
            <a:r>
              <a:rPr lang="en-US" noProof="0" dirty="0"/>
              <a:t>Feedback from pilot will refine tooling.</a:t>
            </a:r>
          </a:p>
          <a:p>
            <a:pPr lvl="1"/>
            <a:r>
              <a:rPr lang="en-US" noProof="0" dirty="0"/>
              <a:t>Gradual rollout to all sub-projects in Q1 2026.</a:t>
            </a:r>
          </a:p>
          <a:p>
            <a:r>
              <a:rPr lang="en-US" b="1" noProof="0" dirty="0"/>
              <a:t>Action:</a:t>
            </a:r>
          </a:p>
          <a:p>
            <a:pPr lvl="1"/>
            <a:r>
              <a:rPr lang="en-US" noProof="0" dirty="0" err="1"/>
              <a:t>Codeowners</a:t>
            </a:r>
            <a:r>
              <a:rPr lang="en-US" noProof="0" dirty="0"/>
              <a:t> should start familiarizing with release-</a:t>
            </a:r>
            <a:r>
              <a:rPr lang="en-US" noProof="0" dirty="0" err="1"/>
              <a:t>plan.yaml</a:t>
            </a:r>
            <a:r>
              <a:rPr lang="en-US" noProof="0" dirty="0"/>
              <a:t> concepts.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566B094-40C3-D341-70A6-77319CB777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293454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0"/>
  <p:tag name="ARTICULATE_PROJECT_OPEN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tecon_Master">
  <a:themeElements>
    <a:clrScheme name="2FB8AE">
      <a:dk1>
        <a:srgbClr val="000000"/>
      </a:dk1>
      <a:lt1>
        <a:srgbClr val="FFFFFF"/>
      </a:lt1>
      <a:dk2>
        <a:srgbClr val="404041"/>
      </a:dk2>
      <a:lt2>
        <a:srgbClr val="EEEEEE"/>
      </a:lt2>
      <a:accent1>
        <a:srgbClr val="06C5F8"/>
      </a:accent1>
      <a:accent2>
        <a:srgbClr val="3A9BF3"/>
      </a:accent2>
      <a:accent3>
        <a:srgbClr val="2FB8AE"/>
      </a:accent3>
      <a:accent4>
        <a:srgbClr val="BECA41"/>
      </a:accent4>
      <a:accent5>
        <a:srgbClr val="FDBF11"/>
      </a:accent5>
      <a:accent6>
        <a:srgbClr val="E21075"/>
      </a:accent6>
      <a:hlink>
        <a:srgbClr val="3A9BF3"/>
      </a:hlink>
      <a:folHlink>
        <a:srgbClr val="3A9BF3"/>
      </a:folHlink>
    </a:clrScheme>
    <a:fontScheme name="Detec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0D0D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Gelb Hell">
      <a:srgbClr val="FFDE5D"/>
    </a:custClr>
    <a:custClr name="Gelb Dunkel">
      <a:srgbClr val="DBAD39"/>
    </a:custClr>
    <a:custClr name="Orange Hell">
      <a:srgbClr val="FFB356"/>
    </a:custClr>
    <a:custClr name="Orange Dunkel">
      <a:srgbClr val="D48936"/>
    </a:custClr>
    <a:custClr name="Hellblau Hell">
      <a:srgbClr val="7ECBF5"/>
    </a:custClr>
    <a:custClr name="Hellblau Dunkel">
      <a:srgbClr val="317CB3"/>
    </a:custClr>
    <a:custClr name="Dunkelblau Hell">
      <a:srgbClr val="529AD6"/>
    </a:custClr>
    <a:custClr name="Dunkelblau Dunkel">
      <a:srgbClr val="235482"/>
    </a:custClr>
    <a:custClr name="Petrol Hell">
      <a:srgbClr val="65C8C0"/>
    </a:custClr>
    <a:custClr name="Petrol Dunkel">
      <a:srgbClr val="218076"/>
    </a:custClr>
    <a:custClr name="Grün Hell">
      <a:srgbClr val="CFD873"/>
    </a:custClr>
    <a:custClr name="Grün Dunkel">
      <a:srgbClr val="889130"/>
    </a:custClr>
    <a:custClr name="Schwarz">
      <a:srgbClr val="000000"/>
    </a:custClr>
    <a:custClr name="Grau 38">
      <a:srgbClr val="262626"/>
    </a:custClr>
    <a:custClr name="Grau 5">
      <a:srgbClr val="4B4B4B"/>
    </a:custClr>
    <a:custClr name="Grau 3">
      <a:srgbClr val="6C6C6C"/>
    </a:custClr>
    <a:custClr name="Grau 2">
      <a:srgbClr val="7C7C7C"/>
    </a:custClr>
    <a:custClr name="Grau 1">
      <a:srgbClr val="A4A4A4"/>
    </a:custClr>
    <a:custClr name="Grau 6">
      <a:srgbClr val="D0D0D0"/>
    </a:custClr>
    <a:custClr name="Grau 230">
      <a:srgbClr val="E6E6E6"/>
    </a:custClr>
    <a:custClr name="Grau 4">
      <a:srgbClr val="EDEDED"/>
    </a:custClr>
  </a:custClrLst>
  <a:extLst>
    <a:ext uri="{05A4C25C-085E-4340-85A3-A5531E510DB2}">
      <thm15:themeFamily xmlns:thm15="http://schemas.microsoft.com/office/thememl/2012/main" name="CAMARA Master Template.potx" id="{04A64C77-3702-487F-8FF4-D54C7EDECC02}" vid="{74A7C627-616C-49F6-8964-9251D8F235AF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44AD662EB7A25499208DD4235E5F8D6" ma:contentTypeVersion="16" ma:contentTypeDescription="Ein neues Dokument erstellen." ma:contentTypeScope="" ma:versionID="38c2c29699ff48da406f3f18a670bd34">
  <xsd:schema xmlns:xsd="http://www.w3.org/2001/XMLSchema" xmlns:xs="http://www.w3.org/2001/XMLSchema" xmlns:p="http://schemas.microsoft.com/office/2006/metadata/properties" xmlns:ns2="6126070c-0864-4b03-b2dc-aab5d8c39348" xmlns:ns3="97396690-0b91-46d2-ad5a-06f45914e19c" targetNamespace="http://schemas.microsoft.com/office/2006/metadata/properties" ma:root="true" ma:fieldsID="404cda9ff7a6f2265884b8fbd76166fc" ns2:_="" ns3:_="">
    <xsd:import namespace="6126070c-0864-4b03-b2dc-aab5d8c39348"/>
    <xsd:import namespace="97396690-0b91-46d2-ad5a-06f45914e1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6070c-0864-4b03-b2dc-aab5d8c393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55a6c181-b3a6-4e6d-958a-84db063416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96690-0b91-46d2-ad5a-06f45914e19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e948aa-5406-442d-a9f3-76bef890740c}" ma:internalName="TaxCatchAll" ma:showField="CatchAllData" ma:web="97396690-0b91-46d2-ad5a-06f45914e1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F0326B-7C1A-45A3-8DA0-69177D7DF1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677FE1-723C-482F-8191-BAFB49904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26070c-0864-4b03-b2dc-aab5d8c39348"/>
    <ds:schemaRef ds:uri="97396690-0b91-46d2-ad5a-06f45914e1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Detecon_Master</Template>
  <TotalTime>413</TotalTime>
  <Words>887</Words>
  <Application>Microsoft Macintosh PowerPoint</Application>
  <PresentationFormat>Custom</PresentationFormat>
  <Paragraphs>125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Montserrat</vt:lpstr>
      <vt:lpstr>Montserrat Light</vt:lpstr>
      <vt:lpstr>Open Sans</vt:lpstr>
      <vt:lpstr>Arial</vt:lpstr>
      <vt:lpstr>Calibri</vt:lpstr>
      <vt:lpstr>Wingdings 2</vt:lpstr>
      <vt:lpstr>Courier New</vt:lpstr>
      <vt:lpstr>FlexoSoft</vt:lpstr>
      <vt:lpstr>Detecon_Master</vt:lpstr>
      <vt:lpstr>think-cell Folie</vt:lpstr>
      <vt:lpstr>PowerPoint Presentation</vt:lpstr>
      <vt:lpstr>Context &amp; Motivation</vt:lpstr>
      <vt:lpstr>Legacy vs. New Process</vt:lpstr>
      <vt:lpstr>Key Concept: The Control Files</vt:lpstr>
      <vt:lpstr>The New Release Workflow &amp; Details</vt:lpstr>
      <vt:lpstr>Release Tracks Independent or Meta-Release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Damker</dc:creator>
  <cp:lastModifiedBy>Damker, Herbert</cp:lastModifiedBy>
  <cp:revision>5</cp:revision>
  <dcterms:created xsi:type="dcterms:W3CDTF">2025-12-08T19:37:20Z</dcterms:created>
  <dcterms:modified xsi:type="dcterms:W3CDTF">2025-12-12T07:46:47Z</dcterms:modified>
</cp:coreProperties>
</file>